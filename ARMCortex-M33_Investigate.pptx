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359" r:id="rId5"/>
    <p:sldId id="318" r:id="rId6"/>
    <p:sldId id="415" r:id="rId7"/>
    <p:sldId id="537" r:id="rId8"/>
    <p:sldId id="538" r:id="rId9"/>
    <p:sldId id="539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6600"/>
    <a:srgbClr val="E35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321B3-D24F-45CB-B77C-62B347A1C712}" v="6" dt="2024-03-22T03:33:16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94AF68-9C2F-4D51-AEE3-B5BCCA6C3E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2F1506-1C6C-4D46-A632-6EB21F170ED2}">
      <dgm:prSet/>
      <dgm:spPr/>
      <dgm:t>
        <a:bodyPr/>
        <a:lstStyle/>
        <a:p>
          <a:r>
            <a:rPr kumimoji="1" lang="en-US" dirty="0"/>
            <a:t>The architectural features directly related to CST include:</a:t>
          </a:r>
          <a:endParaRPr lang="en-US" dirty="0"/>
        </a:p>
      </dgm:t>
    </dgm:pt>
    <dgm:pt modelId="{AB6598CF-CD3E-4043-8F9B-51FFF3B77C8C}" type="parTrans" cxnId="{B3704CE0-1FA4-497C-B31B-96A93B61418F}">
      <dgm:prSet/>
      <dgm:spPr/>
      <dgm:t>
        <a:bodyPr/>
        <a:lstStyle/>
        <a:p>
          <a:endParaRPr lang="en-US"/>
        </a:p>
      </dgm:t>
    </dgm:pt>
    <dgm:pt modelId="{F68A9400-ACA2-40F0-B5F5-5730371E803E}" type="sibTrans" cxnId="{B3704CE0-1FA4-497C-B31B-96A93B61418F}">
      <dgm:prSet/>
      <dgm:spPr/>
      <dgm:t>
        <a:bodyPr/>
        <a:lstStyle/>
        <a:p>
          <a:endParaRPr lang="en-US"/>
        </a:p>
      </dgm:t>
    </dgm:pt>
    <dgm:pt modelId="{339FBA14-0731-4217-960D-DFC7640E31AD}">
      <dgm:prSet/>
      <dgm:spPr/>
      <dgm:t>
        <a:bodyPr/>
        <a:lstStyle/>
        <a:p>
          <a:r>
            <a:rPr kumimoji="1" lang="en-US"/>
            <a:t>Privileged vs Unprivileged execution (nPRIV bit in CONTROL register) </a:t>
          </a:r>
          <a:r>
            <a:rPr kumimoji="1" lang="en-US">
              <a:sym typeface="Wingdings" panose="05000000000000000000" pitchFamily="2" charset="2"/>
            </a:rPr>
            <a:t></a:t>
          </a:r>
          <a:r>
            <a:rPr kumimoji="1" lang="en-US"/>
            <a:t> impacts peripheral/MPU access.</a:t>
          </a:r>
          <a:endParaRPr lang="en-US"/>
        </a:p>
      </dgm:t>
    </dgm:pt>
    <dgm:pt modelId="{50507C92-647F-40EA-9477-B61CD60755D2}" type="parTrans" cxnId="{34845B97-EBC4-4520-B195-A4ECE0E8D49B}">
      <dgm:prSet/>
      <dgm:spPr/>
      <dgm:t>
        <a:bodyPr/>
        <a:lstStyle/>
        <a:p>
          <a:endParaRPr lang="en-US"/>
        </a:p>
      </dgm:t>
    </dgm:pt>
    <dgm:pt modelId="{9B1F9585-65C4-4323-A29A-A9E52EEBB9F3}" type="sibTrans" cxnId="{34845B97-EBC4-4520-B195-A4ECE0E8D49B}">
      <dgm:prSet/>
      <dgm:spPr/>
      <dgm:t>
        <a:bodyPr/>
        <a:lstStyle/>
        <a:p>
          <a:endParaRPr lang="en-US"/>
        </a:p>
      </dgm:t>
    </dgm:pt>
    <dgm:pt modelId="{5942F9B8-4415-4A5B-83C2-F3AE9424BAC8}">
      <dgm:prSet/>
      <dgm:spPr/>
      <dgm:t>
        <a:bodyPr/>
        <a:lstStyle/>
        <a:p>
          <a:r>
            <a:rPr kumimoji="1" lang="en-US"/>
            <a:t>Stack pointer selection: MSP/PSP (SPSEL in CONTROL register) </a:t>
          </a:r>
          <a:r>
            <a:rPr kumimoji="1" lang="en-US">
              <a:sym typeface="Wingdings" panose="05000000000000000000" pitchFamily="2" charset="2"/>
            </a:rPr>
            <a:t></a:t>
          </a:r>
          <a:r>
            <a:rPr kumimoji="1" lang="en-US"/>
            <a:t> related to exception entry/RTOS.</a:t>
          </a:r>
          <a:endParaRPr lang="en-US"/>
        </a:p>
      </dgm:t>
    </dgm:pt>
    <dgm:pt modelId="{996AE523-1BFD-4FA9-9D89-9499B93954CE}" type="parTrans" cxnId="{17BC7DE5-61F3-481B-8CCB-27E15BB9D56C}">
      <dgm:prSet/>
      <dgm:spPr/>
      <dgm:t>
        <a:bodyPr/>
        <a:lstStyle/>
        <a:p>
          <a:endParaRPr lang="en-US"/>
        </a:p>
      </dgm:t>
    </dgm:pt>
    <dgm:pt modelId="{9BE396B8-837F-4EF5-85BA-285D28AE78D3}" type="sibTrans" cxnId="{17BC7DE5-61F3-481B-8CCB-27E15BB9D56C}">
      <dgm:prSet/>
      <dgm:spPr/>
      <dgm:t>
        <a:bodyPr/>
        <a:lstStyle/>
        <a:p>
          <a:endParaRPr lang="en-US"/>
        </a:p>
      </dgm:t>
    </dgm:pt>
    <dgm:pt modelId="{769D0794-C369-46C5-844D-EBFE576A81F8}">
      <dgm:prSet/>
      <dgm:spPr/>
      <dgm:t>
        <a:bodyPr/>
        <a:lstStyle/>
        <a:p>
          <a:r>
            <a:rPr kumimoji="1" lang="en-US"/>
            <a:t>Exception masking: PRIMASK, BASEPRI, FAULTMASK </a:t>
          </a:r>
          <a:r>
            <a:rPr kumimoji="1" lang="en-US">
              <a:sym typeface="Wingdings" panose="05000000000000000000" pitchFamily="2" charset="2"/>
            </a:rPr>
            <a:t></a:t>
          </a:r>
          <a:r>
            <a:rPr kumimoji="1" lang="en-US"/>
            <a:t> affects NVIC/exception preemption.</a:t>
          </a:r>
          <a:endParaRPr lang="en-US"/>
        </a:p>
      </dgm:t>
    </dgm:pt>
    <dgm:pt modelId="{81577957-4EC8-40B0-A07B-70CC876F7A9D}" type="parTrans" cxnId="{B90135CD-C4A6-4D2E-BF1A-27D491152D64}">
      <dgm:prSet/>
      <dgm:spPr/>
      <dgm:t>
        <a:bodyPr/>
        <a:lstStyle/>
        <a:p>
          <a:endParaRPr lang="en-US"/>
        </a:p>
      </dgm:t>
    </dgm:pt>
    <dgm:pt modelId="{2BD92D30-137F-4BD2-AE9B-55462FF84811}" type="sibTrans" cxnId="{B90135CD-C4A6-4D2E-BF1A-27D491152D64}">
      <dgm:prSet/>
      <dgm:spPr/>
      <dgm:t>
        <a:bodyPr/>
        <a:lstStyle/>
        <a:p>
          <a:endParaRPr lang="en-US"/>
        </a:p>
      </dgm:t>
    </dgm:pt>
    <dgm:pt modelId="{9C6BF396-4626-4A97-80B6-EC46BB6AFAA2}">
      <dgm:prSet/>
      <dgm:spPr/>
      <dgm:t>
        <a:bodyPr/>
        <a:lstStyle/>
        <a:p>
          <a:r>
            <a:rPr kumimoji="1" lang="en-US"/>
            <a:t>Exception model (vector table, priority, tail-chaining, late arrival) </a:t>
          </a:r>
          <a:r>
            <a:rPr kumimoji="1" lang="en-US">
              <a:sym typeface="Wingdings" panose="05000000000000000000" pitchFamily="2" charset="2"/>
            </a:rPr>
            <a:t></a:t>
          </a:r>
          <a:r>
            <a:rPr kumimoji="1" lang="en-US"/>
            <a:t> NVIC behavior.</a:t>
          </a:r>
          <a:endParaRPr lang="en-US"/>
        </a:p>
      </dgm:t>
    </dgm:pt>
    <dgm:pt modelId="{DF1D5E48-62C8-4A9E-87E9-BB6925881056}" type="parTrans" cxnId="{4DF19259-FCA9-4F19-8978-A465DA67D191}">
      <dgm:prSet/>
      <dgm:spPr/>
      <dgm:t>
        <a:bodyPr/>
        <a:lstStyle/>
        <a:p>
          <a:endParaRPr lang="en-US"/>
        </a:p>
      </dgm:t>
    </dgm:pt>
    <dgm:pt modelId="{77EF2046-8ED3-4EB4-ACC1-BEDB07495B58}" type="sibTrans" cxnId="{4DF19259-FCA9-4F19-8978-A465DA67D191}">
      <dgm:prSet/>
      <dgm:spPr/>
      <dgm:t>
        <a:bodyPr/>
        <a:lstStyle/>
        <a:p>
          <a:endParaRPr lang="en-US"/>
        </a:p>
      </dgm:t>
    </dgm:pt>
    <dgm:pt modelId="{0CAC507C-67CC-450C-A855-6EFE24EC318C}">
      <dgm:prSet/>
      <dgm:spPr/>
      <dgm:t>
        <a:bodyPr/>
        <a:lstStyle/>
        <a:p>
          <a:r>
            <a:rPr kumimoji="1" lang="en-US"/>
            <a:t>MPU (region-based access control + attribute) </a:t>
          </a:r>
          <a:r>
            <a:rPr kumimoji="1" lang="en-US">
              <a:sym typeface="Wingdings" panose="05000000000000000000" pitchFamily="2" charset="2"/>
            </a:rPr>
            <a:t></a:t>
          </a:r>
          <a:r>
            <a:rPr kumimoji="1" lang="en-US"/>
            <a:t> memory protection, module isolation.</a:t>
          </a:r>
          <a:endParaRPr lang="en-US"/>
        </a:p>
      </dgm:t>
    </dgm:pt>
    <dgm:pt modelId="{6943DF47-2BDF-4272-832F-4819D0F8FAB9}" type="parTrans" cxnId="{8BC4769C-0FEE-443A-8D8E-BF238565A0DD}">
      <dgm:prSet/>
      <dgm:spPr/>
      <dgm:t>
        <a:bodyPr/>
        <a:lstStyle/>
        <a:p>
          <a:endParaRPr lang="en-US"/>
        </a:p>
      </dgm:t>
    </dgm:pt>
    <dgm:pt modelId="{1ECD62A4-0C3B-4714-9AA8-758008CBA724}" type="sibTrans" cxnId="{8BC4769C-0FEE-443A-8D8E-BF238565A0DD}">
      <dgm:prSet/>
      <dgm:spPr/>
      <dgm:t>
        <a:bodyPr/>
        <a:lstStyle/>
        <a:p>
          <a:endParaRPr lang="en-US"/>
        </a:p>
      </dgm:t>
    </dgm:pt>
    <dgm:pt modelId="{EC37EF34-4716-4FB2-ABFD-DAF8C87CCD75}">
      <dgm:prSet/>
      <dgm:spPr/>
      <dgm:t>
        <a:bodyPr/>
        <a:lstStyle/>
        <a:p>
          <a:r>
            <a:rPr kumimoji="1" lang="en-US"/>
            <a:t>Security extension/TrustZone (if SoC enabled) </a:t>
          </a:r>
          <a:r>
            <a:rPr kumimoji="1" lang="en-US">
              <a:sym typeface="Wingdings" panose="05000000000000000000" pitchFamily="2" charset="2"/>
            </a:rPr>
            <a:t></a:t>
          </a:r>
          <a:r>
            <a:rPr kumimoji="1" lang="en-US"/>
            <a:t> Secure/Non-secure state, SAU/IDAU, NSC veneer.</a:t>
          </a:r>
          <a:endParaRPr lang="en-US"/>
        </a:p>
      </dgm:t>
    </dgm:pt>
    <dgm:pt modelId="{6B0DBD2F-5030-4294-BB99-DB231708E04C}" type="parTrans" cxnId="{29BA6C56-37BA-40AD-9112-100D0FD09BDB}">
      <dgm:prSet/>
      <dgm:spPr/>
      <dgm:t>
        <a:bodyPr/>
        <a:lstStyle/>
        <a:p>
          <a:endParaRPr lang="en-US"/>
        </a:p>
      </dgm:t>
    </dgm:pt>
    <dgm:pt modelId="{0DA0A306-6885-499D-B675-2B7431851748}" type="sibTrans" cxnId="{29BA6C56-37BA-40AD-9112-100D0FD09BDB}">
      <dgm:prSet/>
      <dgm:spPr/>
      <dgm:t>
        <a:bodyPr/>
        <a:lstStyle/>
        <a:p>
          <a:endParaRPr lang="en-US"/>
        </a:p>
      </dgm:t>
    </dgm:pt>
    <dgm:pt modelId="{31FE084C-1198-44CB-885E-1F6868F7C1D7}" type="pres">
      <dgm:prSet presAssocID="{2294AF68-9C2F-4D51-AEE3-B5BCCA6C3E90}" presName="vert0" presStyleCnt="0">
        <dgm:presLayoutVars>
          <dgm:dir/>
          <dgm:animOne val="branch"/>
          <dgm:animLvl val="lvl"/>
        </dgm:presLayoutVars>
      </dgm:prSet>
      <dgm:spPr/>
    </dgm:pt>
    <dgm:pt modelId="{96705A19-0202-4B20-B77E-A2679FD35F55}" type="pres">
      <dgm:prSet presAssocID="{5E2F1506-1C6C-4D46-A632-6EB21F170ED2}" presName="thickLine" presStyleLbl="alignNode1" presStyleIdx="0" presStyleCnt="1"/>
      <dgm:spPr/>
    </dgm:pt>
    <dgm:pt modelId="{451D6753-F10F-4DD9-A6C9-DF9A3706666F}" type="pres">
      <dgm:prSet presAssocID="{5E2F1506-1C6C-4D46-A632-6EB21F170ED2}" presName="horz1" presStyleCnt="0"/>
      <dgm:spPr/>
    </dgm:pt>
    <dgm:pt modelId="{41C68191-06BB-451A-9025-CEC7FC701DE0}" type="pres">
      <dgm:prSet presAssocID="{5E2F1506-1C6C-4D46-A632-6EB21F170ED2}" presName="tx1" presStyleLbl="revTx" presStyleIdx="0" presStyleCnt="7"/>
      <dgm:spPr/>
    </dgm:pt>
    <dgm:pt modelId="{6B04C3E1-DE9C-4C73-92EF-53390BF0AAA5}" type="pres">
      <dgm:prSet presAssocID="{5E2F1506-1C6C-4D46-A632-6EB21F170ED2}" presName="vert1" presStyleCnt="0"/>
      <dgm:spPr/>
    </dgm:pt>
    <dgm:pt modelId="{0C41A15D-1264-4018-93A5-0A4DEBAB57FB}" type="pres">
      <dgm:prSet presAssocID="{339FBA14-0731-4217-960D-DFC7640E31AD}" presName="vertSpace2a" presStyleCnt="0"/>
      <dgm:spPr/>
    </dgm:pt>
    <dgm:pt modelId="{1948FCD6-6AF4-4D05-9CF9-31105839F12E}" type="pres">
      <dgm:prSet presAssocID="{339FBA14-0731-4217-960D-DFC7640E31AD}" presName="horz2" presStyleCnt="0"/>
      <dgm:spPr/>
    </dgm:pt>
    <dgm:pt modelId="{91729A27-E0EC-4966-A46A-1FA25DD9AAC5}" type="pres">
      <dgm:prSet presAssocID="{339FBA14-0731-4217-960D-DFC7640E31AD}" presName="horzSpace2" presStyleCnt="0"/>
      <dgm:spPr/>
    </dgm:pt>
    <dgm:pt modelId="{48394FD4-588D-4E99-B18D-01131EA3F2D4}" type="pres">
      <dgm:prSet presAssocID="{339FBA14-0731-4217-960D-DFC7640E31AD}" presName="tx2" presStyleLbl="revTx" presStyleIdx="1" presStyleCnt="7"/>
      <dgm:spPr/>
    </dgm:pt>
    <dgm:pt modelId="{A2F14F27-8F76-4825-85D5-F2734A87D17C}" type="pres">
      <dgm:prSet presAssocID="{339FBA14-0731-4217-960D-DFC7640E31AD}" presName="vert2" presStyleCnt="0"/>
      <dgm:spPr/>
    </dgm:pt>
    <dgm:pt modelId="{065DDA5A-D3B3-4B42-98C6-67516BA44D83}" type="pres">
      <dgm:prSet presAssocID="{339FBA14-0731-4217-960D-DFC7640E31AD}" presName="thinLine2b" presStyleLbl="callout" presStyleIdx="0" presStyleCnt="6"/>
      <dgm:spPr/>
    </dgm:pt>
    <dgm:pt modelId="{A9D2644D-D741-4CB7-99F0-A614A1FE1568}" type="pres">
      <dgm:prSet presAssocID="{339FBA14-0731-4217-960D-DFC7640E31AD}" presName="vertSpace2b" presStyleCnt="0"/>
      <dgm:spPr/>
    </dgm:pt>
    <dgm:pt modelId="{B2FEFEE6-794A-4C16-82A1-4862E708A55E}" type="pres">
      <dgm:prSet presAssocID="{5942F9B8-4415-4A5B-83C2-F3AE9424BAC8}" presName="horz2" presStyleCnt="0"/>
      <dgm:spPr/>
    </dgm:pt>
    <dgm:pt modelId="{4B69894B-F628-47F7-A3DD-102EB014F805}" type="pres">
      <dgm:prSet presAssocID="{5942F9B8-4415-4A5B-83C2-F3AE9424BAC8}" presName="horzSpace2" presStyleCnt="0"/>
      <dgm:spPr/>
    </dgm:pt>
    <dgm:pt modelId="{A15D2964-11D4-41C8-8833-93ED388D87FA}" type="pres">
      <dgm:prSet presAssocID="{5942F9B8-4415-4A5B-83C2-F3AE9424BAC8}" presName="tx2" presStyleLbl="revTx" presStyleIdx="2" presStyleCnt="7"/>
      <dgm:spPr/>
    </dgm:pt>
    <dgm:pt modelId="{FAFA6B25-56F2-4603-B245-3BC9C6468A6E}" type="pres">
      <dgm:prSet presAssocID="{5942F9B8-4415-4A5B-83C2-F3AE9424BAC8}" presName="vert2" presStyleCnt="0"/>
      <dgm:spPr/>
    </dgm:pt>
    <dgm:pt modelId="{7B968CE3-8A57-40C9-86BB-984EAD3B4A91}" type="pres">
      <dgm:prSet presAssocID="{5942F9B8-4415-4A5B-83C2-F3AE9424BAC8}" presName="thinLine2b" presStyleLbl="callout" presStyleIdx="1" presStyleCnt="6"/>
      <dgm:spPr/>
    </dgm:pt>
    <dgm:pt modelId="{EF99C8B1-91B0-410A-8CE4-4D5F0EA0328C}" type="pres">
      <dgm:prSet presAssocID="{5942F9B8-4415-4A5B-83C2-F3AE9424BAC8}" presName="vertSpace2b" presStyleCnt="0"/>
      <dgm:spPr/>
    </dgm:pt>
    <dgm:pt modelId="{119DA939-47A8-44D9-963D-9C2ABE3B201D}" type="pres">
      <dgm:prSet presAssocID="{769D0794-C369-46C5-844D-EBFE576A81F8}" presName="horz2" presStyleCnt="0"/>
      <dgm:spPr/>
    </dgm:pt>
    <dgm:pt modelId="{4E04AE60-B201-4955-8A25-5A224BA5E91D}" type="pres">
      <dgm:prSet presAssocID="{769D0794-C369-46C5-844D-EBFE576A81F8}" presName="horzSpace2" presStyleCnt="0"/>
      <dgm:spPr/>
    </dgm:pt>
    <dgm:pt modelId="{79A4EF87-1EC5-46C6-9E0A-E2BB4F97ACC6}" type="pres">
      <dgm:prSet presAssocID="{769D0794-C369-46C5-844D-EBFE576A81F8}" presName="tx2" presStyleLbl="revTx" presStyleIdx="3" presStyleCnt="7"/>
      <dgm:spPr/>
    </dgm:pt>
    <dgm:pt modelId="{95A4F42E-1415-4852-A4A4-43B35D167EAE}" type="pres">
      <dgm:prSet presAssocID="{769D0794-C369-46C5-844D-EBFE576A81F8}" presName="vert2" presStyleCnt="0"/>
      <dgm:spPr/>
    </dgm:pt>
    <dgm:pt modelId="{1C3ABF98-BF6A-4072-BD28-3F1493226097}" type="pres">
      <dgm:prSet presAssocID="{769D0794-C369-46C5-844D-EBFE576A81F8}" presName="thinLine2b" presStyleLbl="callout" presStyleIdx="2" presStyleCnt="6"/>
      <dgm:spPr/>
    </dgm:pt>
    <dgm:pt modelId="{8762500A-3153-4E2F-8493-551454AB463F}" type="pres">
      <dgm:prSet presAssocID="{769D0794-C369-46C5-844D-EBFE576A81F8}" presName="vertSpace2b" presStyleCnt="0"/>
      <dgm:spPr/>
    </dgm:pt>
    <dgm:pt modelId="{1AD6FE15-C772-4E3B-B502-FF0F0045A731}" type="pres">
      <dgm:prSet presAssocID="{9C6BF396-4626-4A97-80B6-EC46BB6AFAA2}" presName="horz2" presStyleCnt="0"/>
      <dgm:spPr/>
    </dgm:pt>
    <dgm:pt modelId="{0DFC0E5D-65CA-4E01-89C0-80A251FD12FA}" type="pres">
      <dgm:prSet presAssocID="{9C6BF396-4626-4A97-80B6-EC46BB6AFAA2}" presName="horzSpace2" presStyleCnt="0"/>
      <dgm:spPr/>
    </dgm:pt>
    <dgm:pt modelId="{194D58EE-A04A-4301-B6BF-6CB8442A32D6}" type="pres">
      <dgm:prSet presAssocID="{9C6BF396-4626-4A97-80B6-EC46BB6AFAA2}" presName="tx2" presStyleLbl="revTx" presStyleIdx="4" presStyleCnt="7"/>
      <dgm:spPr/>
    </dgm:pt>
    <dgm:pt modelId="{1FC36BA8-C570-4911-ABE5-24F12AA7581B}" type="pres">
      <dgm:prSet presAssocID="{9C6BF396-4626-4A97-80B6-EC46BB6AFAA2}" presName="vert2" presStyleCnt="0"/>
      <dgm:spPr/>
    </dgm:pt>
    <dgm:pt modelId="{57B46D5D-16BC-4170-B737-2C6B2D9D74AD}" type="pres">
      <dgm:prSet presAssocID="{9C6BF396-4626-4A97-80B6-EC46BB6AFAA2}" presName="thinLine2b" presStyleLbl="callout" presStyleIdx="3" presStyleCnt="6"/>
      <dgm:spPr/>
    </dgm:pt>
    <dgm:pt modelId="{30F22D8B-7618-464B-8758-D6C57822874D}" type="pres">
      <dgm:prSet presAssocID="{9C6BF396-4626-4A97-80B6-EC46BB6AFAA2}" presName="vertSpace2b" presStyleCnt="0"/>
      <dgm:spPr/>
    </dgm:pt>
    <dgm:pt modelId="{311C93E6-3268-4542-8A80-AC1FC79C7457}" type="pres">
      <dgm:prSet presAssocID="{0CAC507C-67CC-450C-A855-6EFE24EC318C}" presName="horz2" presStyleCnt="0"/>
      <dgm:spPr/>
    </dgm:pt>
    <dgm:pt modelId="{291E67EA-5827-42CD-8263-3348515D2000}" type="pres">
      <dgm:prSet presAssocID="{0CAC507C-67CC-450C-A855-6EFE24EC318C}" presName="horzSpace2" presStyleCnt="0"/>
      <dgm:spPr/>
    </dgm:pt>
    <dgm:pt modelId="{DD1682F2-0EB1-4062-806D-B559C6D23CE3}" type="pres">
      <dgm:prSet presAssocID="{0CAC507C-67CC-450C-A855-6EFE24EC318C}" presName="tx2" presStyleLbl="revTx" presStyleIdx="5" presStyleCnt="7"/>
      <dgm:spPr/>
    </dgm:pt>
    <dgm:pt modelId="{4B20BD42-C298-44E7-9DDE-3CD0865D36B5}" type="pres">
      <dgm:prSet presAssocID="{0CAC507C-67CC-450C-A855-6EFE24EC318C}" presName="vert2" presStyleCnt="0"/>
      <dgm:spPr/>
    </dgm:pt>
    <dgm:pt modelId="{D8094A4C-E3F8-4846-8632-901E0BC3B46C}" type="pres">
      <dgm:prSet presAssocID="{0CAC507C-67CC-450C-A855-6EFE24EC318C}" presName="thinLine2b" presStyleLbl="callout" presStyleIdx="4" presStyleCnt="6"/>
      <dgm:spPr/>
    </dgm:pt>
    <dgm:pt modelId="{44739689-A281-4ACF-AF01-582621B9C92D}" type="pres">
      <dgm:prSet presAssocID="{0CAC507C-67CC-450C-A855-6EFE24EC318C}" presName="vertSpace2b" presStyleCnt="0"/>
      <dgm:spPr/>
    </dgm:pt>
    <dgm:pt modelId="{799994CF-1634-45AC-BA00-7B9119B848CB}" type="pres">
      <dgm:prSet presAssocID="{EC37EF34-4716-4FB2-ABFD-DAF8C87CCD75}" presName="horz2" presStyleCnt="0"/>
      <dgm:spPr/>
    </dgm:pt>
    <dgm:pt modelId="{8322EA1D-32C2-4A7E-9296-FA1800B6FAB3}" type="pres">
      <dgm:prSet presAssocID="{EC37EF34-4716-4FB2-ABFD-DAF8C87CCD75}" presName="horzSpace2" presStyleCnt="0"/>
      <dgm:spPr/>
    </dgm:pt>
    <dgm:pt modelId="{48089943-CBC6-4600-914D-8453529FE234}" type="pres">
      <dgm:prSet presAssocID="{EC37EF34-4716-4FB2-ABFD-DAF8C87CCD75}" presName="tx2" presStyleLbl="revTx" presStyleIdx="6" presStyleCnt="7"/>
      <dgm:spPr/>
    </dgm:pt>
    <dgm:pt modelId="{1E112B7C-CD4F-430D-8833-BE2DA619907E}" type="pres">
      <dgm:prSet presAssocID="{EC37EF34-4716-4FB2-ABFD-DAF8C87CCD75}" presName="vert2" presStyleCnt="0"/>
      <dgm:spPr/>
    </dgm:pt>
    <dgm:pt modelId="{9BC8E403-5945-42E2-8A7D-4618B3DD33E3}" type="pres">
      <dgm:prSet presAssocID="{EC37EF34-4716-4FB2-ABFD-DAF8C87CCD75}" presName="thinLine2b" presStyleLbl="callout" presStyleIdx="5" presStyleCnt="6"/>
      <dgm:spPr/>
    </dgm:pt>
    <dgm:pt modelId="{1676EE58-70C7-46EC-B28E-2ADF4F41F77E}" type="pres">
      <dgm:prSet presAssocID="{EC37EF34-4716-4FB2-ABFD-DAF8C87CCD75}" presName="vertSpace2b" presStyleCnt="0"/>
      <dgm:spPr/>
    </dgm:pt>
  </dgm:ptLst>
  <dgm:cxnLst>
    <dgm:cxn modelId="{7B698D2A-4819-4CB7-AF9B-80FF0C7EB78B}" type="presOf" srcId="{9C6BF396-4626-4A97-80B6-EC46BB6AFAA2}" destId="{194D58EE-A04A-4301-B6BF-6CB8442A32D6}" srcOrd="0" destOrd="0" presId="urn:microsoft.com/office/officeart/2008/layout/LinedList"/>
    <dgm:cxn modelId="{9F6C5F33-F755-4CD2-8121-3B08D4E80479}" type="presOf" srcId="{0CAC507C-67CC-450C-A855-6EFE24EC318C}" destId="{DD1682F2-0EB1-4062-806D-B559C6D23CE3}" srcOrd="0" destOrd="0" presId="urn:microsoft.com/office/officeart/2008/layout/LinedList"/>
    <dgm:cxn modelId="{C42BEB67-8CD0-4545-B91F-750E6FD1B653}" type="presOf" srcId="{5942F9B8-4415-4A5B-83C2-F3AE9424BAC8}" destId="{A15D2964-11D4-41C8-8833-93ED388D87FA}" srcOrd="0" destOrd="0" presId="urn:microsoft.com/office/officeart/2008/layout/LinedList"/>
    <dgm:cxn modelId="{29BA6C56-37BA-40AD-9112-100D0FD09BDB}" srcId="{5E2F1506-1C6C-4D46-A632-6EB21F170ED2}" destId="{EC37EF34-4716-4FB2-ABFD-DAF8C87CCD75}" srcOrd="5" destOrd="0" parTransId="{6B0DBD2F-5030-4294-BB99-DB231708E04C}" sibTransId="{0DA0A306-6885-499D-B675-2B7431851748}"/>
    <dgm:cxn modelId="{4DF19259-FCA9-4F19-8978-A465DA67D191}" srcId="{5E2F1506-1C6C-4D46-A632-6EB21F170ED2}" destId="{9C6BF396-4626-4A97-80B6-EC46BB6AFAA2}" srcOrd="3" destOrd="0" parTransId="{DF1D5E48-62C8-4A9E-87E9-BB6925881056}" sibTransId="{77EF2046-8ED3-4EB4-ACC1-BEDB07495B58}"/>
    <dgm:cxn modelId="{ACB2E382-D0BB-4CF7-AF6D-EBF405A57B62}" type="presOf" srcId="{769D0794-C369-46C5-844D-EBFE576A81F8}" destId="{79A4EF87-1EC5-46C6-9E0A-E2BB4F97ACC6}" srcOrd="0" destOrd="0" presId="urn:microsoft.com/office/officeart/2008/layout/LinedList"/>
    <dgm:cxn modelId="{AF7D588B-39A2-453B-9D2A-22AACD257733}" type="presOf" srcId="{2294AF68-9C2F-4D51-AEE3-B5BCCA6C3E90}" destId="{31FE084C-1198-44CB-885E-1F6868F7C1D7}" srcOrd="0" destOrd="0" presId="urn:microsoft.com/office/officeart/2008/layout/LinedList"/>
    <dgm:cxn modelId="{34845B97-EBC4-4520-B195-A4ECE0E8D49B}" srcId="{5E2F1506-1C6C-4D46-A632-6EB21F170ED2}" destId="{339FBA14-0731-4217-960D-DFC7640E31AD}" srcOrd="0" destOrd="0" parTransId="{50507C92-647F-40EA-9477-B61CD60755D2}" sibTransId="{9B1F9585-65C4-4323-A29A-A9E52EEBB9F3}"/>
    <dgm:cxn modelId="{8BC4769C-0FEE-443A-8D8E-BF238565A0DD}" srcId="{5E2F1506-1C6C-4D46-A632-6EB21F170ED2}" destId="{0CAC507C-67CC-450C-A855-6EFE24EC318C}" srcOrd="4" destOrd="0" parTransId="{6943DF47-2BDF-4272-832F-4819D0F8FAB9}" sibTransId="{1ECD62A4-0C3B-4714-9AA8-758008CBA724}"/>
    <dgm:cxn modelId="{598E71A2-F239-4FDC-B5DC-C617E431CE04}" type="presOf" srcId="{5E2F1506-1C6C-4D46-A632-6EB21F170ED2}" destId="{41C68191-06BB-451A-9025-CEC7FC701DE0}" srcOrd="0" destOrd="0" presId="urn:microsoft.com/office/officeart/2008/layout/LinedList"/>
    <dgm:cxn modelId="{B90135CD-C4A6-4D2E-BF1A-27D491152D64}" srcId="{5E2F1506-1C6C-4D46-A632-6EB21F170ED2}" destId="{769D0794-C369-46C5-844D-EBFE576A81F8}" srcOrd="2" destOrd="0" parTransId="{81577957-4EC8-40B0-A07B-70CC876F7A9D}" sibTransId="{2BD92D30-137F-4BD2-AE9B-55462FF84811}"/>
    <dgm:cxn modelId="{B3704CE0-1FA4-497C-B31B-96A93B61418F}" srcId="{2294AF68-9C2F-4D51-AEE3-B5BCCA6C3E90}" destId="{5E2F1506-1C6C-4D46-A632-6EB21F170ED2}" srcOrd="0" destOrd="0" parTransId="{AB6598CF-CD3E-4043-8F9B-51FFF3B77C8C}" sibTransId="{F68A9400-ACA2-40F0-B5F5-5730371E803E}"/>
    <dgm:cxn modelId="{6DFC32E5-DA4E-4864-85C0-A7B810E41FD9}" type="presOf" srcId="{339FBA14-0731-4217-960D-DFC7640E31AD}" destId="{48394FD4-588D-4E99-B18D-01131EA3F2D4}" srcOrd="0" destOrd="0" presId="urn:microsoft.com/office/officeart/2008/layout/LinedList"/>
    <dgm:cxn modelId="{17BC7DE5-61F3-481B-8CCB-27E15BB9D56C}" srcId="{5E2F1506-1C6C-4D46-A632-6EB21F170ED2}" destId="{5942F9B8-4415-4A5B-83C2-F3AE9424BAC8}" srcOrd="1" destOrd="0" parTransId="{996AE523-1BFD-4FA9-9D89-9499B93954CE}" sibTransId="{9BE396B8-837F-4EF5-85BA-285D28AE78D3}"/>
    <dgm:cxn modelId="{5B1369F6-4CF0-47A7-A362-74F04B776C41}" type="presOf" srcId="{EC37EF34-4716-4FB2-ABFD-DAF8C87CCD75}" destId="{48089943-CBC6-4600-914D-8453529FE234}" srcOrd="0" destOrd="0" presId="urn:microsoft.com/office/officeart/2008/layout/LinedList"/>
    <dgm:cxn modelId="{75C23D1C-7360-40A0-B4D2-34F73290C2B0}" type="presParOf" srcId="{31FE084C-1198-44CB-885E-1F6868F7C1D7}" destId="{96705A19-0202-4B20-B77E-A2679FD35F55}" srcOrd="0" destOrd="0" presId="urn:microsoft.com/office/officeart/2008/layout/LinedList"/>
    <dgm:cxn modelId="{D687C662-F8CA-4D89-A73E-A754F324F682}" type="presParOf" srcId="{31FE084C-1198-44CB-885E-1F6868F7C1D7}" destId="{451D6753-F10F-4DD9-A6C9-DF9A3706666F}" srcOrd="1" destOrd="0" presId="urn:microsoft.com/office/officeart/2008/layout/LinedList"/>
    <dgm:cxn modelId="{77CDD5BF-9946-401A-8E36-762AD7B3A990}" type="presParOf" srcId="{451D6753-F10F-4DD9-A6C9-DF9A3706666F}" destId="{41C68191-06BB-451A-9025-CEC7FC701DE0}" srcOrd="0" destOrd="0" presId="urn:microsoft.com/office/officeart/2008/layout/LinedList"/>
    <dgm:cxn modelId="{9DC4FF96-8D91-459D-9E02-4F0A3D1BDEBD}" type="presParOf" srcId="{451D6753-F10F-4DD9-A6C9-DF9A3706666F}" destId="{6B04C3E1-DE9C-4C73-92EF-53390BF0AAA5}" srcOrd="1" destOrd="0" presId="urn:microsoft.com/office/officeart/2008/layout/LinedList"/>
    <dgm:cxn modelId="{4E86955F-CC93-47A1-BBDD-2E935BDBAA1C}" type="presParOf" srcId="{6B04C3E1-DE9C-4C73-92EF-53390BF0AAA5}" destId="{0C41A15D-1264-4018-93A5-0A4DEBAB57FB}" srcOrd="0" destOrd="0" presId="urn:microsoft.com/office/officeart/2008/layout/LinedList"/>
    <dgm:cxn modelId="{5BC52CAD-7911-49CF-B420-5B7BBBF200B2}" type="presParOf" srcId="{6B04C3E1-DE9C-4C73-92EF-53390BF0AAA5}" destId="{1948FCD6-6AF4-4D05-9CF9-31105839F12E}" srcOrd="1" destOrd="0" presId="urn:microsoft.com/office/officeart/2008/layout/LinedList"/>
    <dgm:cxn modelId="{EDD54A7D-39C7-4EBC-961B-7BE46E06D5A7}" type="presParOf" srcId="{1948FCD6-6AF4-4D05-9CF9-31105839F12E}" destId="{91729A27-E0EC-4966-A46A-1FA25DD9AAC5}" srcOrd="0" destOrd="0" presId="urn:microsoft.com/office/officeart/2008/layout/LinedList"/>
    <dgm:cxn modelId="{DB1DF8CC-7DF8-4412-85D5-FA9B0726DC93}" type="presParOf" srcId="{1948FCD6-6AF4-4D05-9CF9-31105839F12E}" destId="{48394FD4-588D-4E99-B18D-01131EA3F2D4}" srcOrd="1" destOrd="0" presId="urn:microsoft.com/office/officeart/2008/layout/LinedList"/>
    <dgm:cxn modelId="{6AFF0E21-2BB8-478F-9B88-EE7F9E43B3F2}" type="presParOf" srcId="{1948FCD6-6AF4-4D05-9CF9-31105839F12E}" destId="{A2F14F27-8F76-4825-85D5-F2734A87D17C}" srcOrd="2" destOrd="0" presId="urn:microsoft.com/office/officeart/2008/layout/LinedList"/>
    <dgm:cxn modelId="{97D61D21-49BE-479D-9531-32779ADC3008}" type="presParOf" srcId="{6B04C3E1-DE9C-4C73-92EF-53390BF0AAA5}" destId="{065DDA5A-D3B3-4B42-98C6-67516BA44D83}" srcOrd="2" destOrd="0" presId="urn:microsoft.com/office/officeart/2008/layout/LinedList"/>
    <dgm:cxn modelId="{45E5676E-98F0-4918-BA02-E4B8B35D6AE5}" type="presParOf" srcId="{6B04C3E1-DE9C-4C73-92EF-53390BF0AAA5}" destId="{A9D2644D-D741-4CB7-99F0-A614A1FE1568}" srcOrd="3" destOrd="0" presId="urn:microsoft.com/office/officeart/2008/layout/LinedList"/>
    <dgm:cxn modelId="{D02CBEF4-F81D-476F-8A67-AEB301106365}" type="presParOf" srcId="{6B04C3E1-DE9C-4C73-92EF-53390BF0AAA5}" destId="{B2FEFEE6-794A-4C16-82A1-4862E708A55E}" srcOrd="4" destOrd="0" presId="urn:microsoft.com/office/officeart/2008/layout/LinedList"/>
    <dgm:cxn modelId="{45BB8F95-857B-4B7A-AA19-0A937D03A472}" type="presParOf" srcId="{B2FEFEE6-794A-4C16-82A1-4862E708A55E}" destId="{4B69894B-F628-47F7-A3DD-102EB014F805}" srcOrd="0" destOrd="0" presId="urn:microsoft.com/office/officeart/2008/layout/LinedList"/>
    <dgm:cxn modelId="{D27A9EF0-AF03-4ADE-96D5-5DAC4EDBD63C}" type="presParOf" srcId="{B2FEFEE6-794A-4C16-82A1-4862E708A55E}" destId="{A15D2964-11D4-41C8-8833-93ED388D87FA}" srcOrd="1" destOrd="0" presId="urn:microsoft.com/office/officeart/2008/layout/LinedList"/>
    <dgm:cxn modelId="{2139E0D0-31D2-4D8E-B0D9-08D8B8AC5205}" type="presParOf" srcId="{B2FEFEE6-794A-4C16-82A1-4862E708A55E}" destId="{FAFA6B25-56F2-4603-B245-3BC9C6468A6E}" srcOrd="2" destOrd="0" presId="urn:microsoft.com/office/officeart/2008/layout/LinedList"/>
    <dgm:cxn modelId="{13975C3C-F65D-40DE-89C9-1F7A001076CF}" type="presParOf" srcId="{6B04C3E1-DE9C-4C73-92EF-53390BF0AAA5}" destId="{7B968CE3-8A57-40C9-86BB-984EAD3B4A91}" srcOrd="5" destOrd="0" presId="urn:microsoft.com/office/officeart/2008/layout/LinedList"/>
    <dgm:cxn modelId="{CFCA3CB6-0D3B-46C5-81F5-E38E03C5373B}" type="presParOf" srcId="{6B04C3E1-DE9C-4C73-92EF-53390BF0AAA5}" destId="{EF99C8B1-91B0-410A-8CE4-4D5F0EA0328C}" srcOrd="6" destOrd="0" presId="urn:microsoft.com/office/officeart/2008/layout/LinedList"/>
    <dgm:cxn modelId="{BD796DBD-EDCD-4686-8CC2-4583312D8906}" type="presParOf" srcId="{6B04C3E1-DE9C-4C73-92EF-53390BF0AAA5}" destId="{119DA939-47A8-44D9-963D-9C2ABE3B201D}" srcOrd="7" destOrd="0" presId="urn:microsoft.com/office/officeart/2008/layout/LinedList"/>
    <dgm:cxn modelId="{B70E1ABE-F8E0-4AC3-B65F-4187E43775DE}" type="presParOf" srcId="{119DA939-47A8-44D9-963D-9C2ABE3B201D}" destId="{4E04AE60-B201-4955-8A25-5A224BA5E91D}" srcOrd="0" destOrd="0" presId="urn:microsoft.com/office/officeart/2008/layout/LinedList"/>
    <dgm:cxn modelId="{46EDAF43-8138-40D6-A120-0DF60A4EC5F6}" type="presParOf" srcId="{119DA939-47A8-44D9-963D-9C2ABE3B201D}" destId="{79A4EF87-1EC5-46C6-9E0A-E2BB4F97ACC6}" srcOrd="1" destOrd="0" presId="urn:microsoft.com/office/officeart/2008/layout/LinedList"/>
    <dgm:cxn modelId="{E18D560A-25EA-4481-9699-2440538F9C6F}" type="presParOf" srcId="{119DA939-47A8-44D9-963D-9C2ABE3B201D}" destId="{95A4F42E-1415-4852-A4A4-43B35D167EAE}" srcOrd="2" destOrd="0" presId="urn:microsoft.com/office/officeart/2008/layout/LinedList"/>
    <dgm:cxn modelId="{652527B4-9110-453F-BB2F-4856A881DD30}" type="presParOf" srcId="{6B04C3E1-DE9C-4C73-92EF-53390BF0AAA5}" destId="{1C3ABF98-BF6A-4072-BD28-3F1493226097}" srcOrd="8" destOrd="0" presId="urn:microsoft.com/office/officeart/2008/layout/LinedList"/>
    <dgm:cxn modelId="{9F46D9E8-D80F-4326-9409-4FB8A188455F}" type="presParOf" srcId="{6B04C3E1-DE9C-4C73-92EF-53390BF0AAA5}" destId="{8762500A-3153-4E2F-8493-551454AB463F}" srcOrd="9" destOrd="0" presId="urn:microsoft.com/office/officeart/2008/layout/LinedList"/>
    <dgm:cxn modelId="{D5C1E2DD-F8B3-409F-9085-D0464D403C39}" type="presParOf" srcId="{6B04C3E1-DE9C-4C73-92EF-53390BF0AAA5}" destId="{1AD6FE15-C772-4E3B-B502-FF0F0045A731}" srcOrd="10" destOrd="0" presId="urn:microsoft.com/office/officeart/2008/layout/LinedList"/>
    <dgm:cxn modelId="{8EA7FB52-7A79-43D3-BDEB-EDFC69D176F4}" type="presParOf" srcId="{1AD6FE15-C772-4E3B-B502-FF0F0045A731}" destId="{0DFC0E5D-65CA-4E01-89C0-80A251FD12FA}" srcOrd="0" destOrd="0" presId="urn:microsoft.com/office/officeart/2008/layout/LinedList"/>
    <dgm:cxn modelId="{2904B4FE-73B7-4A68-8512-44C67FB2F4EE}" type="presParOf" srcId="{1AD6FE15-C772-4E3B-B502-FF0F0045A731}" destId="{194D58EE-A04A-4301-B6BF-6CB8442A32D6}" srcOrd="1" destOrd="0" presId="urn:microsoft.com/office/officeart/2008/layout/LinedList"/>
    <dgm:cxn modelId="{953C08C2-8927-4E99-83D9-151A57249C0A}" type="presParOf" srcId="{1AD6FE15-C772-4E3B-B502-FF0F0045A731}" destId="{1FC36BA8-C570-4911-ABE5-24F12AA7581B}" srcOrd="2" destOrd="0" presId="urn:microsoft.com/office/officeart/2008/layout/LinedList"/>
    <dgm:cxn modelId="{6AAB8DBC-CD41-4CA0-80AE-40B80FC806F9}" type="presParOf" srcId="{6B04C3E1-DE9C-4C73-92EF-53390BF0AAA5}" destId="{57B46D5D-16BC-4170-B737-2C6B2D9D74AD}" srcOrd="11" destOrd="0" presId="urn:microsoft.com/office/officeart/2008/layout/LinedList"/>
    <dgm:cxn modelId="{B8A4F9BA-B3B8-428E-A7E0-7D1E97734B3E}" type="presParOf" srcId="{6B04C3E1-DE9C-4C73-92EF-53390BF0AAA5}" destId="{30F22D8B-7618-464B-8758-D6C57822874D}" srcOrd="12" destOrd="0" presId="urn:microsoft.com/office/officeart/2008/layout/LinedList"/>
    <dgm:cxn modelId="{A9032CA8-E933-460F-A954-B05C5B323B12}" type="presParOf" srcId="{6B04C3E1-DE9C-4C73-92EF-53390BF0AAA5}" destId="{311C93E6-3268-4542-8A80-AC1FC79C7457}" srcOrd="13" destOrd="0" presId="urn:microsoft.com/office/officeart/2008/layout/LinedList"/>
    <dgm:cxn modelId="{791F7C34-7A36-4FB6-9486-624609586F04}" type="presParOf" srcId="{311C93E6-3268-4542-8A80-AC1FC79C7457}" destId="{291E67EA-5827-42CD-8263-3348515D2000}" srcOrd="0" destOrd="0" presId="urn:microsoft.com/office/officeart/2008/layout/LinedList"/>
    <dgm:cxn modelId="{19E67B01-338A-4ED1-82EF-96573F54CAB6}" type="presParOf" srcId="{311C93E6-3268-4542-8A80-AC1FC79C7457}" destId="{DD1682F2-0EB1-4062-806D-B559C6D23CE3}" srcOrd="1" destOrd="0" presId="urn:microsoft.com/office/officeart/2008/layout/LinedList"/>
    <dgm:cxn modelId="{1F4A084B-6824-4519-B246-E2A8E4647E30}" type="presParOf" srcId="{311C93E6-3268-4542-8A80-AC1FC79C7457}" destId="{4B20BD42-C298-44E7-9DDE-3CD0865D36B5}" srcOrd="2" destOrd="0" presId="urn:microsoft.com/office/officeart/2008/layout/LinedList"/>
    <dgm:cxn modelId="{0A42D187-8662-44D6-B747-EC0716FD01EA}" type="presParOf" srcId="{6B04C3E1-DE9C-4C73-92EF-53390BF0AAA5}" destId="{D8094A4C-E3F8-4846-8632-901E0BC3B46C}" srcOrd="14" destOrd="0" presId="urn:microsoft.com/office/officeart/2008/layout/LinedList"/>
    <dgm:cxn modelId="{9BCAFB13-7BFC-4B95-82EE-3183D3A8612C}" type="presParOf" srcId="{6B04C3E1-DE9C-4C73-92EF-53390BF0AAA5}" destId="{44739689-A281-4ACF-AF01-582621B9C92D}" srcOrd="15" destOrd="0" presId="urn:microsoft.com/office/officeart/2008/layout/LinedList"/>
    <dgm:cxn modelId="{D66E2444-5234-4EBC-BB21-993714BFFD8B}" type="presParOf" srcId="{6B04C3E1-DE9C-4C73-92EF-53390BF0AAA5}" destId="{799994CF-1634-45AC-BA00-7B9119B848CB}" srcOrd="16" destOrd="0" presId="urn:microsoft.com/office/officeart/2008/layout/LinedList"/>
    <dgm:cxn modelId="{533174CB-655F-47E4-B727-35E35FC26955}" type="presParOf" srcId="{799994CF-1634-45AC-BA00-7B9119B848CB}" destId="{8322EA1D-32C2-4A7E-9296-FA1800B6FAB3}" srcOrd="0" destOrd="0" presId="urn:microsoft.com/office/officeart/2008/layout/LinedList"/>
    <dgm:cxn modelId="{4BFFB0EE-474B-490D-8443-B5F7A73CF195}" type="presParOf" srcId="{799994CF-1634-45AC-BA00-7B9119B848CB}" destId="{48089943-CBC6-4600-914D-8453529FE234}" srcOrd="1" destOrd="0" presId="urn:microsoft.com/office/officeart/2008/layout/LinedList"/>
    <dgm:cxn modelId="{39EFB966-E578-4163-9CC2-EEFB7AD99646}" type="presParOf" srcId="{799994CF-1634-45AC-BA00-7B9119B848CB}" destId="{1E112B7C-CD4F-430D-8833-BE2DA619907E}" srcOrd="2" destOrd="0" presId="urn:microsoft.com/office/officeart/2008/layout/LinedList"/>
    <dgm:cxn modelId="{6726A711-F79A-4522-965C-3566797F1808}" type="presParOf" srcId="{6B04C3E1-DE9C-4C73-92EF-53390BF0AAA5}" destId="{9BC8E403-5945-42E2-8A7D-4618B3DD33E3}" srcOrd="17" destOrd="0" presId="urn:microsoft.com/office/officeart/2008/layout/LinedList"/>
    <dgm:cxn modelId="{DEAFEA05-6F42-482B-A2C8-325CFCD520F0}" type="presParOf" srcId="{6B04C3E1-DE9C-4C73-92EF-53390BF0AAA5}" destId="{1676EE58-70C7-46EC-B28E-2ADF4F41F77E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AF80A-CFBE-472D-AB8D-F0633D38F8C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D3E559-8247-4CD4-A5C8-5A151A6A0D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1" lang="en-US" b="1"/>
            <a:t>Execution / privilege / security</a:t>
          </a:r>
          <a:endParaRPr lang="en-US"/>
        </a:p>
      </dgm:t>
    </dgm:pt>
    <dgm:pt modelId="{94CD487B-E56D-4E10-A991-369F65493FEF}" type="parTrans" cxnId="{E3E1E694-6200-4DD3-AE69-675F7EC4632E}">
      <dgm:prSet/>
      <dgm:spPr/>
      <dgm:t>
        <a:bodyPr/>
        <a:lstStyle/>
        <a:p>
          <a:endParaRPr lang="en-US"/>
        </a:p>
      </dgm:t>
    </dgm:pt>
    <dgm:pt modelId="{70808ECB-382E-4E6F-9A86-88BF70FC12AF}" type="sibTrans" cxnId="{E3E1E694-6200-4DD3-AE69-675F7EC4632E}">
      <dgm:prSet/>
      <dgm:spPr/>
      <dgm:t>
        <a:bodyPr/>
        <a:lstStyle/>
        <a:p>
          <a:endParaRPr lang="en-US"/>
        </a:p>
      </dgm:t>
    </dgm:pt>
    <dgm:pt modelId="{15164013-093A-45EE-A67A-BF9D7AAA813A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Thread mode vs Handler mode (exceptions run in Handler mode).</a:t>
          </a:r>
          <a:endParaRPr lang="en-US"/>
        </a:p>
      </dgm:t>
    </dgm:pt>
    <dgm:pt modelId="{58D22686-664A-4DE4-9074-1993E385B54B}" type="parTrans" cxnId="{C2F66447-EEF9-4ECB-A3A2-DBAABB126812}">
      <dgm:prSet/>
      <dgm:spPr/>
      <dgm:t>
        <a:bodyPr/>
        <a:lstStyle/>
        <a:p>
          <a:endParaRPr lang="en-US"/>
        </a:p>
      </dgm:t>
    </dgm:pt>
    <dgm:pt modelId="{6287FD9B-23B3-4F70-87E0-B9786FEE7551}" type="sibTrans" cxnId="{C2F66447-EEF9-4ECB-A3A2-DBAABB126812}">
      <dgm:prSet/>
      <dgm:spPr/>
      <dgm:t>
        <a:bodyPr/>
        <a:lstStyle/>
        <a:p>
          <a:endParaRPr lang="en-US"/>
        </a:p>
      </dgm:t>
    </dgm:pt>
    <dgm:pt modelId="{DA811E4B-075F-4884-973F-6F8D300ED1A3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Privilege levels: Privileged vs Unprivileged (CONTROL.nPRIV).</a:t>
          </a:r>
          <a:endParaRPr lang="en-US"/>
        </a:p>
      </dgm:t>
    </dgm:pt>
    <dgm:pt modelId="{D5AD327E-08D2-45AB-9126-E1DFC30B26FA}" type="parTrans" cxnId="{668979A5-32A0-45D5-8BCA-9713C9C2C112}">
      <dgm:prSet/>
      <dgm:spPr/>
      <dgm:t>
        <a:bodyPr/>
        <a:lstStyle/>
        <a:p>
          <a:endParaRPr lang="en-US"/>
        </a:p>
      </dgm:t>
    </dgm:pt>
    <dgm:pt modelId="{1594281E-75CE-4B6B-B208-911ED329B8AD}" type="sibTrans" cxnId="{668979A5-32A0-45D5-8BCA-9713C9C2C112}">
      <dgm:prSet/>
      <dgm:spPr/>
      <dgm:t>
        <a:bodyPr/>
        <a:lstStyle/>
        <a:p>
          <a:endParaRPr lang="en-US"/>
        </a:p>
      </dgm:t>
    </dgm:pt>
    <dgm:pt modelId="{E885B0CE-6192-43FD-BBF7-A019CE289E45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Two security states (if TrustZone enabled): Secure vs Non-secure.</a:t>
          </a:r>
          <a:endParaRPr lang="en-US"/>
        </a:p>
      </dgm:t>
    </dgm:pt>
    <dgm:pt modelId="{D47F4636-7516-41B7-A85B-D03A713E2FDF}" type="parTrans" cxnId="{7B29BA79-4649-45FA-BE44-FC432BAE4223}">
      <dgm:prSet/>
      <dgm:spPr/>
      <dgm:t>
        <a:bodyPr/>
        <a:lstStyle/>
        <a:p>
          <a:endParaRPr lang="en-US"/>
        </a:p>
      </dgm:t>
    </dgm:pt>
    <dgm:pt modelId="{7E6BF594-7B3E-42B9-9A81-7E769F78CF9A}" type="sibTrans" cxnId="{7B29BA79-4649-45FA-BE44-FC432BAE4223}">
      <dgm:prSet/>
      <dgm:spPr/>
      <dgm:t>
        <a:bodyPr/>
        <a:lstStyle/>
        <a:p>
          <a:endParaRPr lang="en-US"/>
        </a:p>
      </dgm:t>
    </dgm:pt>
    <dgm:pt modelId="{DCE9D6A6-AB3D-431D-8757-ADC7960FC87D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Stack pointers: MSP and PSP, plus Secure/Non-secure banked SPs when Security is enabled.</a:t>
          </a:r>
          <a:endParaRPr lang="en-US"/>
        </a:p>
      </dgm:t>
    </dgm:pt>
    <dgm:pt modelId="{C89C3072-9D9B-4E9B-95A2-BB934C6D42D3}" type="parTrans" cxnId="{4FE31C73-7485-43B2-9BB0-2E238F418952}">
      <dgm:prSet/>
      <dgm:spPr/>
      <dgm:t>
        <a:bodyPr/>
        <a:lstStyle/>
        <a:p>
          <a:endParaRPr lang="en-US"/>
        </a:p>
      </dgm:t>
    </dgm:pt>
    <dgm:pt modelId="{623BF8B8-FAEA-4884-B61F-D3FD510327B7}" type="sibTrans" cxnId="{4FE31C73-7485-43B2-9BB0-2E238F418952}">
      <dgm:prSet/>
      <dgm:spPr/>
      <dgm:t>
        <a:bodyPr/>
        <a:lstStyle/>
        <a:p>
          <a:endParaRPr lang="en-US"/>
        </a:p>
      </dgm:t>
    </dgm:pt>
    <dgm:pt modelId="{38F5762D-32B1-464F-BCB2-00FECFCFD3BA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Exception entry/return is mostly hardware-stacked (reduced latency).</a:t>
          </a:r>
          <a:endParaRPr lang="en-US"/>
        </a:p>
      </dgm:t>
    </dgm:pt>
    <dgm:pt modelId="{59C71BC0-C230-46E3-9552-FAFEB3898D0B}" type="parTrans" cxnId="{36C714C4-9683-4EB1-8E6B-1F6999997F20}">
      <dgm:prSet/>
      <dgm:spPr/>
      <dgm:t>
        <a:bodyPr/>
        <a:lstStyle/>
        <a:p>
          <a:endParaRPr lang="en-US"/>
        </a:p>
      </dgm:t>
    </dgm:pt>
    <dgm:pt modelId="{745E22DA-8912-4A35-9827-695D84BCD8DC}" type="sibTrans" cxnId="{36C714C4-9683-4EB1-8E6B-1F6999997F20}">
      <dgm:prSet/>
      <dgm:spPr/>
      <dgm:t>
        <a:bodyPr/>
        <a:lstStyle/>
        <a:p>
          <a:endParaRPr lang="en-US"/>
        </a:p>
      </dgm:t>
    </dgm:pt>
    <dgm:pt modelId="{22B6DB0E-04AB-4AF7-83F8-E4762B9C00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kumimoji="1" lang="en-US" b="1"/>
            <a:t>Core control registers you configure</a:t>
          </a:r>
          <a:endParaRPr lang="en-US"/>
        </a:p>
      </dgm:t>
    </dgm:pt>
    <dgm:pt modelId="{9C7CEDBE-4E4A-4757-949F-FC35C0641556}" type="parTrans" cxnId="{144D121E-B309-4447-AB3C-C7C241ADCF4D}">
      <dgm:prSet/>
      <dgm:spPr/>
      <dgm:t>
        <a:bodyPr/>
        <a:lstStyle/>
        <a:p>
          <a:endParaRPr lang="en-US"/>
        </a:p>
      </dgm:t>
    </dgm:pt>
    <dgm:pt modelId="{9ADDC5D8-B292-4552-92BE-36F091C1C2F7}" type="sibTrans" cxnId="{144D121E-B309-4447-AB3C-C7C241ADCF4D}">
      <dgm:prSet/>
      <dgm:spPr/>
      <dgm:t>
        <a:bodyPr/>
        <a:lstStyle/>
        <a:p>
          <a:endParaRPr lang="en-US"/>
        </a:p>
      </dgm:t>
    </dgm:pt>
    <dgm:pt modelId="{D721C1F9-A353-4F36-B027-A1705F25D8F1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 dirty="0"/>
            <a:t>CONTROL: selects SP (MSP/PSP) and privilege (</a:t>
          </a:r>
          <a:r>
            <a:rPr kumimoji="1" lang="en-US" dirty="0" err="1"/>
            <a:t>nPRIV</a:t>
          </a:r>
          <a:r>
            <a:rPr kumimoji="1" lang="en-US" dirty="0"/>
            <a:t>).</a:t>
          </a:r>
          <a:endParaRPr lang="en-US" dirty="0"/>
        </a:p>
      </dgm:t>
    </dgm:pt>
    <dgm:pt modelId="{0529E2A3-C8E4-4B78-948F-E62C5A27D309}" type="parTrans" cxnId="{9E4F9AC9-4164-476F-A7EB-169701E847CE}">
      <dgm:prSet/>
      <dgm:spPr/>
      <dgm:t>
        <a:bodyPr/>
        <a:lstStyle/>
        <a:p>
          <a:endParaRPr lang="en-US"/>
        </a:p>
      </dgm:t>
    </dgm:pt>
    <dgm:pt modelId="{33AE1D02-86BB-4EDC-90B3-DF7DF7E36147}" type="sibTrans" cxnId="{9E4F9AC9-4164-476F-A7EB-169701E847CE}">
      <dgm:prSet/>
      <dgm:spPr/>
      <dgm:t>
        <a:bodyPr/>
        <a:lstStyle/>
        <a:p>
          <a:endParaRPr lang="en-US"/>
        </a:p>
      </dgm:t>
    </dgm:pt>
    <dgm:pt modelId="{5E4114D0-409B-46FE-BFBF-FB5F78C6A725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PRIMASK / BASEPRI / FAULTMASK: interrupt masking and priority thresholding.</a:t>
          </a:r>
          <a:endParaRPr lang="en-US"/>
        </a:p>
      </dgm:t>
    </dgm:pt>
    <dgm:pt modelId="{C0AD2414-86BE-48E9-90A4-72D3695A7712}" type="parTrans" cxnId="{97A73BE5-F68C-4B66-9793-DA5D43940963}">
      <dgm:prSet/>
      <dgm:spPr/>
      <dgm:t>
        <a:bodyPr/>
        <a:lstStyle/>
        <a:p>
          <a:endParaRPr lang="en-US"/>
        </a:p>
      </dgm:t>
    </dgm:pt>
    <dgm:pt modelId="{869A20ED-B016-442A-B915-14E11F561AD3}" type="sibTrans" cxnId="{97A73BE5-F68C-4B66-9793-DA5D43940963}">
      <dgm:prSet/>
      <dgm:spPr/>
      <dgm:t>
        <a:bodyPr/>
        <a:lstStyle/>
        <a:p>
          <a:endParaRPr lang="en-US"/>
        </a:p>
      </dgm:t>
    </dgm:pt>
    <dgm:pt modelId="{EF9469BE-B25D-44B8-8D3E-B2865B9FFE40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VTOR: vector table base relocation.</a:t>
          </a:r>
          <a:endParaRPr lang="en-US"/>
        </a:p>
      </dgm:t>
    </dgm:pt>
    <dgm:pt modelId="{5EB9BF6A-2C83-4DA4-8719-B94E548CA9AF}" type="parTrans" cxnId="{A824292A-29B5-49B4-AA35-334451D12B21}">
      <dgm:prSet/>
      <dgm:spPr/>
      <dgm:t>
        <a:bodyPr/>
        <a:lstStyle/>
        <a:p>
          <a:endParaRPr lang="en-US"/>
        </a:p>
      </dgm:t>
    </dgm:pt>
    <dgm:pt modelId="{631F963B-FE1D-47A9-B6BB-4D62A5531600}" type="sibTrans" cxnId="{A824292A-29B5-49B4-AA35-334451D12B21}">
      <dgm:prSet/>
      <dgm:spPr/>
      <dgm:t>
        <a:bodyPr/>
        <a:lstStyle/>
        <a:p>
          <a:endParaRPr lang="en-US"/>
        </a:p>
      </dgm:t>
    </dgm:pt>
    <dgm:pt modelId="{49EAD0F8-01B7-41A1-BD3E-2D99C6A597C1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/>
            <a:t>AIRCR: priority grouping, system reset request, endianness control (system-level).</a:t>
          </a:r>
          <a:endParaRPr lang="en-US"/>
        </a:p>
      </dgm:t>
    </dgm:pt>
    <dgm:pt modelId="{2214E867-2317-4753-B673-4B1F20FA3718}" type="parTrans" cxnId="{D4D5EFD3-6D55-4BB0-99B8-BC6413BF1C3A}">
      <dgm:prSet/>
      <dgm:spPr/>
      <dgm:t>
        <a:bodyPr/>
        <a:lstStyle/>
        <a:p>
          <a:endParaRPr lang="en-US"/>
        </a:p>
      </dgm:t>
    </dgm:pt>
    <dgm:pt modelId="{A1214D7E-82B9-41D5-9CC6-4642D6B83EDF}" type="sibTrans" cxnId="{D4D5EFD3-6D55-4BB0-99B8-BC6413BF1C3A}">
      <dgm:prSet/>
      <dgm:spPr/>
      <dgm:t>
        <a:bodyPr/>
        <a:lstStyle/>
        <a:p>
          <a:endParaRPr lang="en-US"/>
        </a:p>
      </dgm:t>
    </dgm:pt>
    <dgm:pt modelId="{7F147572-B354-420C-80A1-4AF60CC7A048}">
      <dgm:prSet/>
      <dgm:spPr/>
      <dgm:t>
        <a:bodyPr/>
        <a:lstStyle/>
        <a:p>
          <a:pPr>
            <a:lnSpc>
              <a:spcPct val="100000"/>
            </a:lnSpc>
          </a:pPr>
          <a:r>
            <a:rPr kumimoji="1" lang="en-US" dirty="0"/>
            <a:t>SHCSR / CFSR / HFSR / MMFAR / BFAR: fault enable + fault status + fault address.</a:t>
          </a:r>
          <a:endParaRPr lang="en-US" dirty="0"/>
        </a:p>
      </dgm:t>
    </dgm:pt>
    <dgm:pt modelId="{48DC8DD9-8AA7-4A92-B3E0-31CC0A95C079}" type="parTrans" cxnId="{94CFDA35-2F1C-4BA9-A292-5ACC2FE8E76D}">
      <dgm:prSet/>
      <dgm:spPr/>
      <dgm:t>
        <a:bodyPr/>
        <a:lstStyle/>
        <a:p>
          <a:endParaRPr lang="en-US"/>
        </a:p>
      </dgm:t>
    </dgm:pt>
    <dgm:pt modelId="{15CA5B59-DB9A-4A72-B74E-127FFFF4E2B0}" type="sibTrans" cxnId="{94CFDA35-2F1C-4BA9-A292-5ACC2FE8E76D}">
      <dgm:prSet/>
      <dgm:spPr/>
      <dgm:t>
        <a:bodyPr/>
        <a:lstStyle/>
        <a:p>
          <a:endParaRPr lang="en-US"/>
        </a:p>
      </dgm:t>
    </dgm:pt>
    <dgm:pt modelId="{AEB38A51-E8F7-4418-8CE7-F73E27EA3F8E}" type="pres">
      <dgm:prSet presAssocID="{52EAF80A-CFBE-472D-AB8D-F0633D38F8CB}" presName="root" presStyleCnt="0">
        <dgm:presLayoutVars>
          <dgm:dir/>
          <dgm:resizeHandles val="exact"/>
        </dgm:presLayoutVars>
      </dgm:prSet>
      <dgm:spPr/>
    </dgm:pt>
    <dgm:pt modelId="{48CD9CF4-8654-4703-B698-CA6EBC0200E8}" type="pres">
      <dgm:prSet presAssocID="{11D3E559-8247-4CD4-A5C8-5A151A6A0DE4}" presName="compNode" presStyleCnt="0"/>
      <dgm:spPr/>
    </dgm:pt>
    <dgm:pt modelId="{B90B55A7-21A3-4881-95F3-5EDD7D47AF71}" type="pres">
      <dgm:prSet presAssocID="{11D3E559-8247-4CD4-A5C8-5A151A6A0DE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E3AA32D-F45D-45E8-B160-2BFB9883AF98}" type="pres">
      <dgm:prSet presAssocID="{11D3E559-8247-4CD4-A5C8-5A151A6A0DE4}" presName="iconSpace" presStyleCnt="0"/>
      <dgm:spPr/>
    </dgm:pt>
    <dgm:pt modelId="{8996AC22-A9D8-4DE6-92EA-5CF2E71E54FD}" type="pres">
      <dgm:prSet presAssocID="{11D3E559-8247-4CD4-A5C8-5A151A6A0DE4}" presName="parTx" presStyleLbl="revTx" presStyleIdx="0" presStyleCnt="4">
        <dgm:presLayoutVars>
          <dgm:chMax val="0"/>
          <dgm:chPref val="0"/>
        </dgm:presLayoutVars>
      </dgm:prSet>
      <dgm:spPr/>
    </dgm:pt>
    <dgm:pt modelId="{C4EFFE70-70CB-4963-A961-CA44824C0F0D}" type="pres">
      <dgm:prSet presAssocID="{11D3E559-8247-4CD4-A5C8-5A151A6A0DE4}" presName="txSpace" presStyleCnt="0"/>
      <dgm:spPr/>
    </dgm:pt>
    <dgm:pt modelId="{2BBF4F56-E8D4-4258-8D51-1A4D209B2907}" type="pres">
      <dgm:prSet presAssocID="{11D3E559-8247-4CD4-A5C8-5A151A6A0DE4}" presName="desTx" presStyleLbl="revTx" presStyleIdx="1" presStyleCnt="4">
        <dgm:presLayoutVars/>
      </dgm:prSet>
      <dgm:spPr/>
    </dgm:pt>
    <dgm:pt modelId="{54EC91F7-29E1-4E3B-8849-6CE43CA1B78F}" type="pres">
      <dgm:prSet presAssocID="{70808ECB-382E-4E6F-9A86-88BF70FC12AF}" presName="sibTrans" presStyleCnt="0"/>
      <dgm:spPr/>
    </dgm:pt>
    <dgm:pt modelId="{FF7B84DD-E2B1-4738-8979-A83FD8B897CE}" type="pres">
      <dgm:prSet presAssocID="{22B6DB0E-04AB-4AF7-83F8-E4762B9C005F}" presName="compNode" presStyleCnt="0"/>
      <dgm:spPr/>
    </dgm:pt>
    <dgm:pt modelId="{1C31D291-B0DD-418B-930D-E4D74E313E8C}" type="pres">
      <dgm:prSet presAssocID="{22B6DB0E-04AB-4AF7-83F8-E4762B9C005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74F69B7-8699-4E16-BCA3-FF8229F9C01D}" type="pres">
      <dgm:prSet presAssocID="{22B6DB0E-04AB-4AF7-83F8-E4762B9C005F}" presName="iconSpace" presStyleCnt="0"/>
      <dgm:spPr/>
    </dgm:pt>
    <dgm:pt modelId="{15D2A4CC-B9E1-4C42-A26E-6F5E45282902}" type="pres">
      <dgm:prSet presAssocID="{22B6DB0E-04AB-4AF7-83F8-E4762B9C005F}" presName="parTx" presStyleLbl="revTx" presStyleIdx="2" presStyleCnt="4">
        <dgm:presLayoutVars>
          <dgm:chMax val="0"/>
          <dgm:chPref val="0"/>
        </dgm:presLayoutVars>
      </dgm:prSet>
      <dgm:spPr/>
    </dgm:pt>
    <dgm:pt modelId="{3EFCFFC5-350A-42F0-BDE8-34BB3FF245FC}" type="pres">
      <dgm:prSet presAssocID="{22B6DB0E-04AB-4AF7-83F8-E4762B9C005F}" presName="txSpace" presStyleCnt="0"/>
      <dgm:spPr/>
    </dgm:pt>
    <dgm:pt modelId="{E9C52500-2CD1-4D2F-A528-29767CA3820E}" type="pres">
      <dgm:prSet presAssocID="{22B6DB0E-04AB-4AF7-83F8-E4762B9C005F}" presName="desTx" presStyleLbl="revTx" presStyleIdx="3" presStyleCnt="4">
        <dgm:presLayoutVars/>
      </dgm:prSet>
      <dgm:spPr/>
    </dgm:pt>
  </dgm:ptLst>
  <dgm:cxnLst>
    <dgm:cxn modelId="{4B485402-F73F-4FC1-95AE-7EB22D00FBE8}" type="presOf" srcId="{22B6DB0E-04AB-4AF7-83F8-E4762B9C005F}" destId="{15D2A4CC-B9E1-4C42-A26E-6F5E45282902}" srcOrd="0" destOrd="0" presId="urn:microsoft.com/office/officeart/2018/2/layout/IconLabelDescriptionList"/>
    <dgm:cxn modelId="{00E3BE19-E14C-4612-B9C3-9180DAAF8C31}" type="presOf" srcId="{DCE9D6A6-AB3D-431D-8757-ADC7960FC87D}" destId="{2BBF4F56-E8D4-4258-8D51-1A4D209B2907}" srcOrd="0" destOrd="3" presId="urn:microsoft.com/office/officeart/2018/2/layout/IconLabelDescriptionList"/>
    <dgm:cxn modelId="{144D121E-B309-4447-AB3C-C7C241ADCF4D}" srcId="{52EAF80A-CFBE-472D-AB8D-F0633D38F8CB}" destId="{22B6DB0E-04AB-4AF7-83F8-E4762B9C005F}" srcOrd="1" destOrd="0" parTransId="{9C7CEDBE-4E4A-4757-949F-FC35C0641556}" sibTransId="{9ADDC5D8-B292-4552-92BE-36F091C1C2F7}"/>
    <dgm:cxn modelId="{A824292A-29B5-49B4-AA35-334451D12B21}" srcId="{22B6DB0E-04AB-4AF7-83F8-E4762B9C005F}" destId="{EF9469BE-B25D-44B8-8D3E-B2865B9FFE40}" srcOrd="2" destOrd="0" parTransId="{5EB9BF6A-2C83-4DA4-8719-B94E548CA9AF}" sibTransId="{631F963B-FE1D-47A9-B6BB-4D62A5531600}"/>
    <dgm:cxn modelId="{83BFF12E-9DAB-497C-A245-B1DC32203457}" type="presOf" srcId="{EF9469BE-B25D-44B8-8D3E-B2865B9FFE40}" destId="{E9C52500-2CD1-4D2F-A528-29767CA3820E}" srcOrd="0" destOrd="2" presId="urn:microsoft.com/office/officeart/2018/2/layout/IconLabelDescriptionList"/>
    <dgm:cxn modelId="{94CFDA35-2F1C-4BA9-A292-5ACC2FE8E76D}" srcId="{22B6DB0E-04AB-4AF7-83F8-E4762B9C005F}" destId="{7F147572-B354-420C-80A1-4AF60CC7A048}" srcOrd="4" destOrd="0" parTransId="{48DC8DD9-8AA7-4A92-B3E0-31CC0A95C079}" sibTransId="{15CA5B59-DB9A-4A72-B74E-127FFFF4E2B0}"/>
    <dgm:cxn modelId="{5BCF6D3A-75A2-49CC-912E-91E9EAE0367B}" type="presOf" srcId="{38F5762D-32B1-464F-BCB2-00FECFCFD3BA}" destId="{2BBF4F56-E8D4-4258-8D51-1A4D209B2907}" srcOrd="0" destOrd="4" presId="urn:microsoft.com/office/officeart/2018/2/layout/IconLabelDescriptionList"/>
    <dgm:cxn modelId="{D3406D3D-2A24-4637-8ED1-77BDD7155478}" type="presOf" srcId="{52EAF80A-CFBE-472D-AB8D-F0633D38F8CB}" destId="{AEB38A51-E8F7-4418-8CE7-F73E27EA3F8E}" srcOrd="0" destOrd="0" presId="urn:microsoft.com/office/officeart/2018/2/layout/IconLabelDescriptionList"/>
    <dgm:cxn modelId="{6BAB1D60-2B6D-4F70-BD18-66EF9B954585}" type="presOf" srcId="{D721C1F9-A353-4F36-B027-A1705F25D8F1}" destId="{E9C52500-2CD1-4D2F-A528-29767CA3820E}" srcOrd="0" destOrd="0" presId="urn:microsoft.com/office/officeart/2018/2/layout/IconLabelDescriptionList"/>
    <dgm:cxn modelId="{C2F66447-EEF9-4ECB-A3A2-DBAABB126812}" srcId="{11D3E559-8247-4CD4-A5C8-5A151A6A0DE4}" destId="{15164013-093A-45EE-A67A-BF9D7AAA813A}" srcOrd="0" destOrd="0" parTransId="{58D22686-664A-4DE4-9074-1993E385B54B}" sibTransId="{6287FD9B-23B3-4F70-87E0-B9786FEE7551}"/>
    <dgm:cxn modelId="{B4852B4E-0413-4522-A245-F67946BF2069}" type="presOf" srcId="{5E4114D0-409B-46FE-BFBF-FB5F78C6A725}" destId="{E9C52500-2CD1-4D2F-A528-29767CA3820E}" srcOrd="0" destOrd="1" presId="urn:microsoft.com/office/officeart/2018/2/layout/IconLabelDescriptionList"/>
    <dgm:cxn modelId="{4FE31C73-7485-43B2-9BB0-2E238F418952}" srcId="{11D3E559-8247-4CD4-A5C8-5A151A6A0DE4}" destId="{DCE9D6A6-AB3D-431D-8757-ADC7960FC87D}" srcOrd="3" destOrd="0" parTransId="{C89C3072-9D9B-4E9B-95A2-BB934C6D42D3}" sibTransId="{623BF8B8-FAEA-4884-B61F-D3FD510327B7}"/>
    <dgm:cxn modelId="{93691074-1A0E-4754-A74D-F0E35082EE63}" type="presOf" srcId="{11D3E559-8247-4CD4-A5C8-5A151A6A0DE4}" destId="{8996AC22-A9D8-4DE6-92EA-5CF2E71E54FD}" srcOrd="0" destOrd="0" presId="urn:microsoft.com/office/officeart/2018/2/layout/IconLabelDescriptionList"/>
    <dgm:cxn modelId="{7B29BA79-4649-45FA-BE44-FC432BAE4223}" srcId="{11D3E559-8247-4CD4-A5C8-5A151A6A0DE4}" destId="{E885B0CE-6192-43FD-BBF7-A019CE289E45}" srcOrd="2" destOrd="0" parTransId="{D47F4636-7516-41B7-A85B-D03A713E2FDF}" sibTransId="{7E6BF594-7B3E-42B9-9A81-7E769F78CF9A}"/>
    <dgm:cxn modelId="{2DCFED85-202C-4F81-926D-69B786427C43}" type="presOf" srcId="{7F147572-B354-420C-80A1-4AF60CC7A048}" destId="{E9C52500-2CD1-4D2F-A528-29767CA3820E}" srcOrd="0" destOrd="4" presId="urn:microsoft.com/office/officeart/2018/2/layout/IconLabelDescriptionList"/>
    <dgm:cxn modelId="{E3E1E694-6200-4DD3-AE69-675F7EC4632E}" srcId="{52EAF80A-CFBE-472D-AB8D-F0633D38F8CB}" destId="{11D3E559-8247-4CD4-A5C8-5A151A6A0DE4}" srcOrd="0" destOrd="0" parTransId="{94CD487B-E56D-4E10-A991-369F65493FEF}" sibTransId="{70808ECB-382E-4E6F-9A86-88BF70FC12AF}"/>
    <dgm:cxn modelId="{668979A5-32A0-45D5-8BCA-9713C9C2C112}" srcId="{11D3E559-8247-4CD4-A5C8-5A151A6A0DE4}" destId="{DA811E4B-075F-4884-973F-6F8D300ED1A3}" srcOrd="1" destOrd="0" parTransId="{D5AD327E-08D2-45AB-9126-E1DFC30B26FA}" sibTransId="{1594281E-75CE-4B6B-B208-911ED329B8AD}"/>
    <dgm:cxn modelId="{36C714C4-9683-4EB1-8E6B-1F6999997F20}" srcId="{11D3E559-8247-4CD4-A5C8-5A151A6A0DE4}" destId="{38F5762D-32B1-464F-BCB2-00FECFCFD3BA}" srcOrd="4" destOrd="0" parTransId="{59C71BC0-C230-46E3-9552-FAFEB3898D0B}" sibTransId="{745E22DA-8912-4A35-9827-695D84BCD8DC}"/>
    <dgm:cxn modelId="{F94A25C7-71DF-41B1-B3F5-8D242CFC3985}" type="presOf" srcId="{15164013-093A-45EE-A67A-BF9D7AAA813A}" destId="{2BBF4F56-E8D4-4258-8D51-1A4D209B2907}" srcOrd="0" destOrd="0" presId="urn:microsoft.com/office/officeart/2018/2/layout/IconLabelDescriptionList"/>
    <dgm:cxn modelId="{9E4F9AC9-4164-476F-A7EB-169701E847CE}" srcId="{22B6DB0E-04AB-4AF7-83F8-E4762B9C005F}" destId="{D721C1F9-A353-4F36-B027-A1705F25D8F1}" srcOrd="0" destOrd="0" parTransId="{0529E2A3-C8E4-4B78-948F-E62C5A27D309}" sibTransId="{33AE1D02-86BB-4EDC-90B3-DF7DF7E36147}"/>
    <dgm:cxn modelId="{D4D5EFD3-6D55-4BB0-99B8-BC6413BF1C3A}" srcId="{22B6DB0E-04AB-4AF7-83F8-E4762B9C005F}" destId="{49EAD0F8-01B7-41A1-BD3E-2D99C6A597C1}" srcOrd="3" destOrd="0" parTransId="{2214E867-2317-4753-B673-4B1F20FA3718}" sibTransId="{A1214D7E-82B9-41D5-9CC6-4642D6B83EDF}"/>
    <dgm:cxn modelId="{A99839DA-EF7C-4451-BE32-A774126EDB52}" type="presOf" srcId="{DA811E4B-075F-4884-973F-6F8D300ED1A3}" destId="{2BBF4F56-E8D4-4258-8D51-1A4D209B2907}" srcOrd="0" destOrd="1" presId="urn:microsoft.com/office/officeart/2018/2/layout/IconLabelDescriptionList"/>
    <dgm:cxn modelId="{BB6A8EE2-AEC6-43AA-9EE3-CC71F0F355D8}" type="presOf" srcId="{49EAD0F8-01B7-41A1-BD3E-2D99C6A597C1}" destId="{E9C52500-2CD1-4D2F-A528-29767CA3820E}" srcOrd="0" destOrd="3" presId="urn:microsoft.com/office/officeart/2018/2/layout/IconLabelDescriptionList"/>
    <dgm:cxn modelId="{97A73BE5-F68C-4B66-9793-DA5D43940963}" srcId="{22B6DB0E-04AB-4AF7-83F8-E4762B9C005F}" destId="{5E4114D0-409B-46FE-BFBF-FB5F78C6A725}" srcOrd="1" destOrd="0" parTransId="{C0AD2414-86BE-48E9-90A4-72D3695A7712}" sibTransId="{869A20ED-B016-442A-B915-14E11F561AD3}"/>
    <dgm:cxn modelId="{BD72F7FB-AA6F-4BA0-BD71-938A4EF08133}" type="presOf" srcId="{E885B0CE-6192-43FD-BBF7-A019CE289E45}" destId="{2BBF4F56-E8D4-4258-8D51-1A4D209B2907}" srcOrd="0" destOrd="2" presId="urn:microsoft.com/office/officeart/2018/2/layout/IconLabelDescriptionList"/>
    <dgm:cxn modelId="{FFBAD261-A5A9-49EF-BCBA-F7BDBACD882E}" type="presParOf" srcId="{AEB38A51-E8F7-4418-8CE7-F73E27EA3F8E}" destId="{48CD9CF4-8654-4703-B698-CA6EBC0200E8}" srcOrd="0" destOrd="0" presId="urn:microsoft.com/office/officeart/2018/2/layout/IconLabelDescriptionList"/>
    <dgm:cxn modelId="{6543E452-773E-442E-8D57-B62F9095DF13}" type="presParOf" srcId="{48CD9CF4-8654-4703-B698-CA6EBC0200E8}" destId="{B90B55A7-21A3-4881-95F3-5EDD7D47AF71}" srcOrd="0" destOrd="0" presId="urn:microsoft.com/office/officeart/2018/2/layout/IconLabelDescriptionList"/>
    <dgm:cxn modelId="{BBF421B9-8CB5-4725-913B-57BD7993C542}" type="presParOf" srcId="{48CD9CF4-8654-4703-B698-CA6EBC0200E8}" destId="{AE3AA32D-F45D-45E8-B160-2BFB9883AF98}" srcOrd="1" destOrd="0" presId="urn:microsoft.com/office/officeart/2018/2/layout/IconLabelDescriptionList"/>
    <dgm:cxn modelId="{A02C7AC0-5171-4AB2-B750-128BFBB6800C}" type="presParOf" srcId="{48CD9CF4-8654-4703-B698-CA6EBC0200E8}" destId="{8996AC22-A9D8-4DE6-92EA-5CF2E71E54FD}" srcOrd="2" destOrd="0" presId="urn:microsoft.com/office/officeart/2018/2/layout/IconLabelDescriptionList"/>
    <dgm:cxn modelId="{060F7DC6-CBAC-4AC3-A655-B0E0FE5D488F}" type="presParOf" srcId="{48CD9CF4-8654-4703-B698-CA6EBC0200E8}" destId="{C4EFFE70-70CB-4963-A961-CA44824C0F0D}" srcOrd="3" destOrd="0" presId="urn:microsoft.com/office/officeart/2018/2/layout/IconLabelDescriptionList"/>
    <dgm:cxn modelId="{DFB96FED-B190-4402-A145-E786B2D2920E}" type="presParOf" srcId="{48CD9CF4-8654-4703-B698-CA6EBC0200E8}" destId="{2BBF4F56-E8D4-4258-8D51-1A4D209B2907}" srcOrd="4" destOrd="0" presId="urn:microsoft.com/office/officeart/2018/2/layout/IconLabelDescriptionList"/>
    <dgm:cxn modelId="{72DB4542-CB41-4C00-BF7A-4261374C847D}" type="presParOf" srcId="{AEB38A51-E8F7-4418-8CE7-F73E27EA3F8E}" destId="{54EC91F7-29E1-4E3B-8849-6CE43CA1B78F}" srcOrd="1" destOrd="0" presId="urn:microsoft.com/office/officeart/2018/2/layout/IconLabelDescriptionList"/>
    <dgm:cxn modelId="{E11BB8F9-625C-45F5-B957-40C0B6ABE705}" type="presParOf" srcId="{AEB38A51-E8F7-4418-8CE7-F73E27EA3F8E}" destId="{FF7B84DD-E2B1-4738-8979-A83FD8B897CE}" srcOrd="2" destOrd="0" presId="urn:microsoft.com/office/officeart/2018/2/layout/IconLabelDescriptionList"/>
    <dgm:cxn modelId="{5A9632DB-3AD9-4F61-AC23-09874736C845}" type="presParOf" srcId="{FF7B84DD-E2B1-4738-8979-A83FD8B897CE}" destId="{1C31D291-B0DD-418B-930D-E4D74E313E8C}" srcOrd="0" destOrd="0" presId="urn:microsoft.com/office/officeart/2018/2/layout/IconLabelDescriptionList"/>
    <dgm:cxn modelId="{1EF9DC19-2548-4DBC-83CF-A03C55EF8CC9}" type="presParOf" srcId="{FF7B84DD-E2B1-4738-8979-A83FD8B897CE}" destId="{274F69B7-8699-4E16-BCA3-FF8229F9C01D}" srcOrd="1" destOrd="0" presId="urn:microsoft.com/office/officeart/2018/2/layout/IconLabelDescriptionList"/>
    <dgm:cxn modelId="{9CB165B9-2C73-4B79-B8BC-C04DBB7AC9C4}" type="presParOf" srcId="{FF7B84DD-E2B1-4738-8979-A83FD8B897CE}" destId="{15D2A4CC-B9E1-4C42-A26E-6F5E45282902}" srcOrd="2" destOrd="0" presId="urn:microsoft.com/office/officeart/2018/2/layout/IconLabelDescriptionList"/>
    <dgm:cxn modelId="{A28EBE99-5C97-4222-8EB3-391DFB725106}" type="presParOf" srcId="{FF7B84DD-E2B1-4738-8979-A83FD8B897CE}" destId="{3EFCFFC5-350A-42F0-BDE8-34BB3FF245FC}" srcOrd="3" destOrd="0" presId="urn:microsoft.com/office/officeart/2018/2/layout/IconLabelDescriptionList"/>
    <dgm:cxn modelId="{F6272191-1595-4942-9F5B-EDB581365800}" type="presParOf" srcId="{FF7B84DD-E2B1-4738-8979-A83FD8B897CE}" destId="{E9C52500-2CD1-4D2F-A528-29767CA3820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05A19-0202-4B20-B77E-A2679FD35F55}">
      <dsp:nvSpPr>
        <dsp:cNvPr id="0" name=""/>
        <dsp:cNvSpPr/>
      </dsp:nvSpPr>
      <dsp:spPr>
        <a:xfrm>
          <a:off x="0" y="0"/>
          <a:ext cx="8100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68191-06BB-451A-9025-CEC7FC701DE0}">
      <dsp:nvSpPr>
        <dsp:cNvPr id="0" name=""/>
        <dsp:cNvSpPr/>
      </dsp:nvSpPr>
      <dsp:spPr>
        <a:xfrm>
          <a:off x="0" y="0"/>
          <a:ext cx="1620000" cy="40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2100" kern="1200" dirty="0"/>
            <a:t>The architectural features directly related to CST include:</a:t>
          </a:r>
          <a:endParaRPr lang="en-US" sz="2100" kern="1200" dirty="0"/>
        </a:p>
      </dsp:txBody>
      <dsp:txXfrm>
        <a:off x="0" y="0"/>
        <a:ext cx="1620000" cy="4068000"/>
      </dsp:txXfrm>
    </dsp:sp>
    <dsp:sp modelId="{48394FD4-588D-4E99-B18D-01131EA3F2D4}">
      <dsp:nvSpPr>
        <dsp:cNvPr id="0" name=""/>
        <dsp:cNvSpPr/>
      </dsp:nvSpPr>
      <dsp:spPr>
        <a:xfrm>
          <a:off x="1741500" y="32029"/>
          <a:ext cx="6358500" cy="64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Privileged vs Unprivileged execution (nPRIV bit in CONTROL register) </a:t>
          </a:r>
          <a:r>
            <a:rPr kumimoji="1" lang="en-US" sz="1800" kern="1200">
              <a:sym typeface="Wingdings" panose="05000000000000000000" pitchFamily="2" charset="2"/>
            </a:rPr>
            <a:t></a:t>
          </a:r>
          <a:r>
            <a:rPr kumimoji="1" lang="en-US" sz="1800" kern="1200"/>
            <a:t> impacts peripheral/MPU access.</a:t>
          </a:r>
          <a:endParaRPr lang="en-US" sz="1800" kern="1200"/>
        </a:p>
      </dsp:txBody>
      <dsp:txXfrm>
        <a:off x="1741500" y="32029"/>
        <a:ext cx="6358500" cy="640590"/>
      </dsp:txXfrm>
    </dsp:sp>
    <dsp:sp modelId="{065DDA5A-D3B3-4B42-98C6-67516BA44D83}">
      <dsp:nvSpPr>
        <dsp:cNvPr id="0" name=""/>
        <dsp:cNvSpPr/>
      </dsp:nvSpPr>
      <dsp:spPr>
        <a:xfrm>
          <a:off x="1620000" y="672620"/>
          <a:ext cx="6480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D2964-11D4-41C8-8833-93ED388D87FA}">
      <dsp:nvSpPr>
        <dsp:cNvPr id="0" name=""/>
        <dsp:cNvSpPr/>
      </dsp:nvSpPr>
      <dsp:spPr>
        <a:xfrm>
          <a:off x="1741500" y="704649"/>
          <a:ext cx="6358500" cy="64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Stack pointer selection: MSP/PSP (SPSEL in CONTROL register) </a:t>
          </a:r>
          <a:r>
            <a:rPr kumimoji="1" lang="en-US" sz="1800" kern="1200">
              <a:sym typeface="Wingdings" panose="05000000000000000000" pitchFamily="2" charset="2"/>
            </a:rPr>
            <a:t></a:t>
          </a:r>
          <a:r>
            <a:rPr kumimoji="1" lang="en-US" sz="1800" kern="1200"/>
            <a:t> related to exception entry/RTOS.</a:t>
          </a:r>
          <a:endParaRPr lang="en-US" sz="1800" kern="1200"/>
        </a:p>
      </dsp:txBody>
      <dsp:txXfrm>
        <a:off x="1741500" y="704649"/>
        <a:ext cx="6358500" cy="640590"/>
      </dsp:txXfrm>
    </dsp:sp>
    <dsp:sp modelId="{7B968CE3-8A57-40C9-86BB-984EAD3B4A91}">
      <dsp:nvSpPr>
        <dsp:cNvPr id="0" name=""/>
        <dsp:cNvSpPr/>
      </dsp:nvSpPr>
      <dsp:spPr>
        <a:xfrm>
          <a:off x="1620000" y="1345240"/>
          <a:ext cx="6480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A4EF87-1EC5-46C6-9E0A-E2BB4F97ACC6}">
      <dsp:nvSpPr>
        <dsp:cNvPr id="0" name=""/>
        <dsp:cNvSpPr/>
      </dsp:nvSpPr>
      <dsp:spPr>
        <a:xfrm>
          <a:off x="1741500" y="1377270"/>
          <a:ext cx="6358500" cy="64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Exception masking: PRIMASK, BASEPRI, FAULTMASK </a:t>
          </a:r>
          <a:r>
            <a:rPr kumimoji="1" lang="en-US" sz="1800" kern="1200">
              <a:sym typeface="Wingdings" panose="05000000000000000000" pitchFamily="2" charset="2"/>
            </a:rPr>
            <a:t></a:t>
          </a:r>
          <a:r>
            <a:rPr kumimoji="1" lang="en-US" sz="1800" kern="1200"/>
            <a:t> affects NVIC/exception preemption.</a:t>
          </a:r>
          <a:endParaRPr lang="en-US" sz="1800" kern="1200"/>
        </a:p>
      </dsp:txBody>
      <dsp:txXfrm>
        <a:off x="1741500" y="1377270"/>
        <a:ext cx="6358500" cy="640590"/>
      </dsp:txXfrm>
    </dsp:sp>
    <dsp:sp modelId="{1C3ABF98-BF6A-4072-BD28-3F1493226097}">
      <dsp:nvSpPr>
        <dsp:cNvPr id="0" name=""/>
        <dsp:cNvSpPr/>
      </dsp:nvSpPr>
      <dsp:spPr>
        <a:xfrm>
          <a:off x="1620000" y="2017861"/>
          <a:ext cx="6480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D58EE-A04A-4301-B6BF-6CB8442A32D6}">
      <dsp:nvSpPr>
        <dsp:cNvPr id="0" name=""/>
        <dsp:cNvSpPr/>
      </dsp:nvSpPr>
      <dsp:spPr>
        <a:xfrm>
          <a:off x="1741500" y="2049890"/>
          <a:ext cx="6358500" cy="64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Exception model (vector table, priority, tail-chaining, late arrival) </a:t>
          </a:r>
          <a:r>
            <a:rPr kumimoji="1" lang="en-US" sz="1800" kern="1200">
              <a:sym typeface="Wingdings" panose="05000000000000000000" pitchFamily="2" charset="2"/>
            </a:rPr>
            <a:t></a:t>
          </a:r>
          <a:r>
            <a:rPr kumimoji="1" lang="en-US" sz="1800" kern="1200"/>
            <a:t> NVIC behavior.</a:t>
          </a:r>
          <a:endParaRPr lang="en-US" sz="1800" kern="1200"/>
        </a:p>
      </dsp:txBody>
      <dsp:txXfrm>
        <a:off x="1741500" y="2049890"/>
        <a:ext cx="6358500" cy="640590"/>
      </dsp:txXfrm>
    </dsp:sp>
    <dsp:sp modelId="{57B46D5D-16BC-4170-B737-2C6B2D9D74AD}">
      <dsp:nvSpPr>
        <dsp:cNvPr id="0" name=""/>
        <dsp:cNvSpPr/>
      </dsp:nvSpPr>
      <dsp:spPr>
        <a:xfrm>
          <a:off x="1620000" y="2690481"/>
          <a:ext cx="6480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682F2-0EB1-4062-806D-B559C6D23CE3}">
      <dsp:nvSpPr>
        <dsp:cNvPr id="0" name=""/>
        <dsp:cNvSpPr/>
      </dsp:nvSpPr>
      <dsp:spPr>
        <a:xfrm>
          <a:off x="1741500" y="2722510"/>
          <a:ext cx="6358500" cy="64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MPU (region-based access control + attribute) </a:t>
          </a:r>
          <a:r>
            <a:rPr kumimoji="1" lang="en-US" sz="1800" kern="1200">
              <a:sym typeface="Wingdings" panose="05000000000000000000" pitchFamily="2" charset="2"/>
            </a:rPr>
            <a:t></a:t>
          </a:r>
          <a:r>
            <a:rPr kumimoji="1" lang="en-US" sz="1800" kern="1200"/>
            <a:t> memory protection, module isolation.</a:t>
          </a:r>
          <a:endParaRPr lang="en-US" sz="1800" kern="1200"/>
        </a:p>
      </dsp:txBody>
      <dsp:txXfrm>
        <a:off x="1741500" y="2722510"/>
        <a:ext cx="6358500" cy="640590"/>
      </dsp:txXfrm>
    </dsp:sp>
    <dsp:sp modelId="{D8094A4C-E3F8-4846-8632-901E0BC3B46C}">
      <dsp:nvSpPr>
        <dsp:cNvPr id="0" name=""/>
        <dsp:cNvSpPr/>
      </dsp:nvSpPr>
      <dsp:spPr>
        <a:xfrm>
          <a:off x="1620000" y="3363101"/>
          <a:ext cx="6480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89943-CBC6-4600-914D-8453529FE234}">
      <dsp:nvSpPr>
        <dsp:cNvPr id="0" name=""/>
        <dsp:cNvSpPr/>
      </dsp:nvSpPr>
      <dsp:spPr>
        <a:xfrm>
          <a:off x="1741500" y="3395131"/>
          <a:ext cx="6358500" cy="640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/>
            <a:t>Security extension/TrustZone (if SoC enabled) </a:t>
          </a:r>
          <a:r>
            <a:rPr kumimoji="1" lang="en-US" sz="1800" kern="1200">
              <a:sym typeface="Wingdings" panose="05000000000000000000" pitchFamily="2" charset="2"/>
            </a:rPr>
            <a:t></a:t>
          </a:r>
          <a:r>
            <a:rPr kumimoji="1" lang="en-US" sz="1800" kern="1200"/>
            <a:t> Secure/Non-secure state, SAU/IDAU, NSC veneer.</a:t>
          </a:r>
          <a:endParaRPr lang="en-US" sz="1800" kern="1200"/>
        </a:p>
      </dsp:txBody>
      <dsp:txXfrm>
        <a:off x="1741500" y="3395131"/>
        <a:ext cx="6358500" cy="640590"/>
      </dsp:txXfrm>
    </dsp:sp>
    <dsp:sp modelId="{9BC8E403-5945-42E2-8A7D-4618B3DD33E3}">
      <dsp:nvSpPr>
        <dsp:cNvPr id="0" name=""/>
        <dsp:cNvSpPr/>
      </dsp:nvSpPr>
      <dsp:spPr>
        <a:xfrm>
          <a:off x="1620000" y="4035722"/>
          <a:ext cx="6480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B55A7-21A3-4881-95F3-5EDD7D47AF71}">
      <dsp:nvSpPr>
        <dsp:cNvPr id="0" name=""/>
        <dsp:cNvSpPr/>
      </dsp:nvSpPr>
      <dsp:spPr>
        <a:xfrm>
          <a:off x="7432" y="149307"/>
          <a:ext cx="1301056" cy="1088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6AC22-A9D8-4DE6-92EA-5CF2E71E54FD}">
      <dsp:nvSpPr>
        <dsp:cNvPr id="0" name=""/>
        <dsp:cNvSpPr/>
      </dsp:nvSpPr>
      <dsp:spPr>
        <a:xfrm>
          <a:off x="7432" y="1384394"/>
          <a:ext cx="3717303" cy="466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1600" b="1" kern="1200"/>
            <a:t>Execution / privilege / security</a:t>
          </a:r>
          <a:endParaRPr lang="en-US" sz="1600" kern="1200"/>
        </a:p>
      </dsp:txBody>
      <dsp:txXfrm>
        <a:off x="7432" y="1384394"/>
        <a:ext cx="3717303" cy="466590"/>
      </dsp:txXfrm>
    </dsp:sp>
    <dsp:sp modelId="{2BBF4F56-E8D4-4258-8D51-1A4D209B2907}">
      <dsp:nvSpPr>
        <dsp:cNvPr id="0" name=""/>
        <dsp:cNvSpPr/>
      </dsp:nvSpPr>
      <dsp:spPr>
        <a:xfrm>
          <a:off x="7432" y="1919065"/>
          <a:ext cx="3717303" cy="199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Thread mode vs Handler mode (exceptions run in Handler mode).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Privilege levels: Privileged vs Unprivileged (CONTROL.nPRIV).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Two security states (if TrustZone enabled): Secure vs Non-secure.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Stack pointers: MSP and PSP, plus Secure/Non-secure banked SPs when Security is enabled.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Exception entry/return is mostly hardware-stacked (reduced latency).</a:t>
          </a:r>
          <a:endParaRPr lang="en-US" sz="1200" kern="1200"/>
        </a:p>
      </dsp:txBody>
      <dsp:txXfrm>
        <a:off x="7432" y="1919065"/>
        <a:ext cx="3717303" cy="1999626"/>
      </dsp:txXfrm>
    </dsp:sp>
    <dsp:sp modelId="{1C31D291-B0DD-418B-930D-E4D74E313E8C}">
      <dsp:nvSpPr>
        <dsp:cNvPr id="0" name=""/>
        <dsp:cNvSpPr/>
      </dsp:nvSpPr>
      <dsp:spPr>
        <a:xfrm>
          <a:off x="4375264" y="149307"/>
          <a:ext cx="1301056" cy="1088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2A4CC-B9E1-4C42-A26E-6F5E45282902}">
      <dsp:nvSpPr>
        <dsp:cNvPr id="0" name=""/>
        <dsp:cNvSpPr/>
      </dsp:nvSpPr>
      <dsp:spPr>
        <a:xfrm>
          <a:off x="4375264" y="1384394"/>
          <a:ext cx="3717303" cy="466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kumimoji="1" lang="en-US" sz="1600" b="1" kern="1200"/>
            <a:t>Core control registers you configure</a:t>
          </a:r>
          <a:endParaRPr lang="en-US" sz="1600" kern="1200"/>
        </a:p>
      </dsp:txBody>
      <dsp:txXfrm>
        <a:off x="4375264" y="1384394"/>
        <a:ext cx="3717303" cy="466590"/>
      </dsp:txXfrm>
    </dsp:sp>
    <dsp:sp modelId="{E9C52500-2CD1-4D2F-A528-29767CA3820E}">
      <dsp:nvSpPr>
        <dsp:cNvPr id="0" name=""/>
        <dsp:cNvSpPr/>
      </dsp:nvSpPr>
      <dsp:spPr>
        <a:xfrm>
          <a:off x="4375264" y="1919065"/>
          <a:ext cx="3717303" cy="1999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 dirty="0"/>
            <a:t>CONTROL: selects SP (MSP/PSP) and privilege (</a:t>
          </a:r>
          <a:r>
            <a:rPr kumimoji="1" lang="en-US" sz="1200" kern="1200" dirty="0" err="1"/>
            <a:t>nPRIV</a:t>
          </a:r>
          <a:r>
            <a:rPr kumimoji="1" lang="en-US" sz="1200" kern="1200" dirty="0"/>
            <a:t>).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PRIMASK / BASEPRI / FAULTMASK: interrupt masking and priority thresholding.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VTOR: vector table base relocation.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/>
            <a:t>AIRCR: priority grouping, system reset request, endianness control (system-level).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200" kern="1200" dirty="0"/>
            <a:t>SHCSR / CFSR / HFSR / MMFAR / BFAR: fault enable + fault status + fault address.</a:t>
          </a:r>
          <a:endParaRPr lang="en-US" sz="1200" kern="1200" dirty="0"/>
        </a:p>
      </dsp:txBody>
      <dsp:txXfrm>
        <a:off x="4375264" y="1919065"/>
        <a:ext cx="3717303" cy="1999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D8C25-C80A-4805-9360-BA11F349BD42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65B2C-8B9C-4634-BB8A-E8C945B84F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55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47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err="1"/>
              <a:t>Textmasterformat</a:t>
            </a:r>
            <a:br>
              <a:rPr lang="en-US" noProof="0"/>
            </a:b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270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852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83154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Edit Master text styles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2403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958131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40025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82218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365881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29112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49695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3116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634229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83636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725973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384161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93679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193137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1854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10896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DFB6-D6C9-47F5-B50C-00EE0AEAFF86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078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err="1"/>
              <a:t>Textmasterformat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  <a:p>
            <a:pPr lvl="1"/>
            <a:r>
              <a:rPr lang="en-US" noProof="0" err="1"/>
              <a:t>Zweite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2"/>
            <a:r>
              <a:rPr lang="en-US" noProof="0" err="1"/>
              <a:t>Dritte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3"/>
            <a:r>
              <a:rPr lang="en-US" noProof="0" err="1"/>
              <a:t>Vierte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  <a:p>
            <a:pPr lvl="4"/>
            <a:r>
              <a:rPr lang="en-US" noProof="0" err="1"/>
              <a:t>Fünfte</a:t>
            </a:r>
            <a:r>
              <a:rPr lang="en-US" noProof="0"/>
              <a:t> </a:t>
            </a:r>
            <a:r>
              <a:rPr lang="en-US" noProof="0" err="1"/>
              <a:t>Ebene</a:t>
            </a:r>
            <a:endParaRPr lang="en-US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fld id="{69C6899D-D428-4E8D-82E9-D5CA025E6C8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2018 Renesas Electronics Corporation. All rights reserved. </a:t>
            </a:r>
            <a:endParaRPr lang="en-US" sz="8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8774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79999" y="-1"/>
            <a:ext cx="6589161" cy="2592000"/>
          </a:xfrm>
        </p:spPr>
        <p:txBody>
          <a:bodyPr anchor="ctr" anchorCtr="0"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Cortex-M33 Investigate</a:t>
            </a:r>
            <a:endParaRPr lang="en-US" altLang="ja-JP" cap="non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2292465" cy="609737"/>
          </a:xfrm>
        </p:spPr>
        <p:txBody>
          <a:bodyPr/>
          <a:lstStyle/>
          <a:p>
            <a:pPr algn="ctr"/>
            <a:r>
              <a:rPr lang="en-US" altLang="ja-JP" cap="none" dirty="0">
                <a:latin typeface="メイリオ" panose="020B0604030504040204" pitchFamily="50" charset="-128"/>
                <a:ea typeface="メイリオ" panose="020B0604030504040204" pitchFamily="50" charset="-128"/>
              </a:rPr>
              <a:t>March 2026</a:t>
            </a: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D8D7F48D-11D5-4D51-8372-40AD0C5B1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000" y="5518800"/>
            <a:ext cx="2987675" cy="36036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altLang="ja-JP" sz="1200">
                <a:solidFill>
                  <a:schemeClr val="bg1"/>
                </a:solidFill>
                <a:ea typeface="HGP創英角ｺﾞｼｯｸUB" pitchFamily="50" charset="-128"/>
              </a:rPr>
              <a:t>RENESAS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436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cap="none" dirty="0"/>
              <a:t>Agenda</a:t>
            </a:r>
            <a:endParaRPr kumimoji="1" lang="ja-JP" altLang="en-US" cap="non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95636" y="2104019"/>
            <a:ext cx="9000000" cy="2154436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Font typeface="+mj-lt"/>
              <a:buAutoNum type="arabicPeriod"/>
              <a:tabLst>
                <a:tab pos="6640513" algn="r"/>
              </a:tabLst>
            </a:pPr>
            <a:r>
              <a:rPr 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Introduction to Cortex-M33 Architecture</a:t>
            </a:r>
            <a:endParaRPr lang="en-US" altLang="ja-JP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  <a:tabLst>
                <a:tab pos="6640513" algn="r"/>
              </a:tabLst>
            </a:pP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Scope of Core Self-Test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  <a:tabLst>
                <a:tab pos="6640513" algn="r"/>
              </a:tabLst>
            </a:pPr>
            <a:r>
              <a:rPr 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Arm Generic vs. Renesas Implementation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  <a:tabLst>
                <a:tab pos="6640513" algn="r"/>
              </a:tabLst>
            </a:pPr>
            <a:r>
              <a:rPr 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Register-Level Operations &amp; Programming</a:t>
            </a:r>
            <a:endParaRPr lang="en-US" altLang="ja-JP" b="1" dirty="0"/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  <a:tabLst>
                <a:tab pos="6640513" algn="r"/>
              </a:tabLst>
            </a:pPr>
            <a:endParaRPr lang="en-US" altLang="ja-JP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52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9649394" cy="1665410"/>
          </a:xfrm>
        </p:spPr>
        <p:txBody>
          <a:bodyPr/>
          <a:lstStyle/>
          <a:p>
            <a:r>
              <a:rPr lang="en-US" altLang="ja-JP" cap="none" dirty="0"/>
              <a:t>1. 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Introduction to Cortex-M33 Architecture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920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DB346-205E-5EDB-2A28-994F2DA7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AB82-BE91-D70F-CC20-B87B19FD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923689"/>
            <a:ext cx="4357239" cy="455509"/>
          </a:xfrm>
        </p:spPr>
        <p:txBody>
          <a:bodyPr wrap="square" anchor="b">
            <a:normAutofit/>
          </a:bodyPr>
          <a:lstStyle/>
          <a:p>
            <a:r>
              <a:rPr lang="en-US" altLang="ja-JP" cap="none" dirty="0"/>
              <a:t>Introduce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7D20946-09F6-0C99-9F60-45BC36E8D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925" cy="36861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/>
              <a:t>The Cortex-M33 is an Armv8-M Mainline CPU designed for embedded systems (MCU/SoC) with a focus on: performance/power efficiency, deterministic interrupts, and security (TrustZone for Armv8-M).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/>
              <a:t>Common Building Blocks: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 Core:</a:t>
            </a:r>
            <a:r>
              <a:rPr lang="en-US" sz="1400"/>
              <a:t> (pipeline, register file, ALU, optional DSP, optional FPU, debug)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 Bus Interface:</a:t>
            </a:r>
            <a:r>
              <a:rPr lang="en-US" sz="1400"/>
              <a:t> (I-Code, D-Code, System bus) + memory map (Code, SRAM, Peripheral, PPB)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 Exception Model + NVIC:</a:t>
            </a:r>
            <a:r>
              <a:rPr lang="en-US" sz="1400"/>
              <a:t> (interrupt/exception controller)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 MPU (Memory Protection Unit) &amp; (SoC dependent) SAU/IDAU:</a:t>
            </a:r>
            <a:r>
              <a:rPr lang="en-US" sz="1400"/>
              <a:t> for TrustZone partitioning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 System Control Block (SCB) + SysTick + debug/trace</a:t>
            </a:r>
            <a:endParaRPr lang="en-US" sz="140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04011D0-C0AD-63AE-F18F-6BD74A4063E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5245" b="5245"/>
          <a:stretch>
            <a:fillRect/>
          </a:stretch>
        </p:blipFill>
        <p:spPr>
          <a:xfrm>
            <a:off x="6300788" y="1800225"/>
            <a:ext cx="5399087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4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14786-C5B0-941E-9866-5BC75AEE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76A0-8170-4859-06B9-4A1CBB04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 wrap="square" anchor="b">
            <a:normAutofit/>
          </a:bodyPr>
          <a:lstStyle/>
          <a:p>
            <a:r>
              <a:rPr lang="en-US" sz="2500"/>
              <a:t>Armv8-M Mainline – Architectural features affecting CST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17EB45FA-BEED-A556-8403-1E9646D291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7931505"/>
              </p:ext>
            </p:extLst>
          </p:nvPr>
        </p:nvGraphicFramePr>
        <p:xfrm>
          <a:off x="1080000" y="1692000"/>
          <a:ext cx="8100000" cy="406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94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C22A-7749-EFF5-B72C-BD2A9C1D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DBCD2-223F-02E8-FEA7-A3AEBC51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923689"/>
            <a:ext cx="9000000" cy="455509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/>
              <a:t>Cortex-M33 programmer model 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A321EC43-53B5-E53B-8262-BE1ABF6129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4153740"/>
              </p:ext>
            </p:extLst>
          </p:nvPr>
        </p:nvGraphicFramePr>
        <p:xfrm>
          <a:off x="2279539" y="1692000"/>
          <a:ext cx="8100000" cy="406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8579392"/>
      </p:ext>
    </p:extLst>
  </p:cSld>
  <p:clrMapOvr>
    <a:masterClrMapping/>
  </p:clrMapOvr>
</p:sld>
</file>

<file path=ppt/theme/theme1.xml><?xml version="1.0" encoding="utf-8"?>
<a:theme xmlns:a="http://schemas.openxmlformats.org/drawingml/2006/main" name="151229_Renesas_Templates_16_9_EN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D15070A9-F044-4E81-A668-04E516E12D28}" vid="{4D2C840D-3619-4D3A-B70E-56E3C813E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46DE284015544C83C18206D35E01F8" ma:contentTypeVersion="8" ma:contentTypeDescription="Create a new document." ma:contentTypeScope="" ma:versionID="0d81cdb4c3abcdc92f22664f88a90154">
  <xsd:schema xmlns:xsd="http://www.w3.org/2001/XMLSchema" xmlns:xs="http://www.w3.org/2001/XMLSchema" xmlns:p="http://schemas.microsoft.com/office/2006/metadata/properties" xmlns:ns2="a37a528c-c69c-4f3e-af04-5874ee395443" xmlns:ns3="4d1d7132-ebd7-4bd7-87a0-8dee1f7138a5" targetNamespace="http://schemas.microsoft.com/office/2006/metadata/properties" ma:root="true" ma:fieldsID="c05763af119558fbe4766ce3c9645d0c" ns2:_="" ns3:_="">
    <xsd:import namespace="a37a528c-c69c-4f3e-af04-5874ee395443"/>
    <xsd:import namespace="4d1d7132-ebd7-4bd7-87a0-8dee1f7138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7a528c-c69c-4f3e-af04-5874ee3954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d7132-ebd7-4bd7-87a0-8dee1f7138a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5BB2E9-3E75-4AAA-9417-E3338F1D38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132D18-BD7C-4BE2-881A-659D3F58E3E9}">
  <ds:schemaRefs>
    <ds:schemaRef ds:uri="4d1d7132-ebd7-4bd7-87a0-8dee1f7138a5"/>
    <ds:schemaRef ds:uri="a37a528c-c69c-4f3e-af04-5874ee39544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A7954DA-CBC1-4348-B83E-CBB6266BFB5E}">
  <ds:schemaRefs>
    <ds:schemaRef ds:uri="4d1d7132-ebd7-4bd7-87a0-8dee1f7138a5"/>
    <ds:schemaRef ds:uri="a37a528c-c69c-4f3e-af04-5874ee3954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427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HGPSoeiKakugothicUB</vt:lpstr>
      <vt:lpstr>Meiryo</vt:lpstr>
      <vt:lpstr>Meiryo</vt:lpstr>
      <vt:lpstr>Yu Gothic</vt:lpstr>
      <vt:lpstr>Arial</vt:lpstr>
      <vt:lpstr>Arial Narrow</vt:lpstr>
      <vt:lpstr>Calibri</vt:lpstr>
      <vt:lpstr>Symbol</vt:lpstr>
      <vt:lpstr>Wingdings</vt:lpstr>
      <vt:lpstr>151229_Renesas_Templates_16_9_EN</vt:lpstr>
      <vt:lpstr>PowerPoint Presentation</vt:lpstr>
      <vt:lpstr>Agenda</vt:lpstr>
      <vt:lpstr>PowerPoint Presentation</vt:lpstr>
      <vt:lpstr>Introduce</vt:lpstr>
      <vt:lpstr>Armv8-M Mainline – Architectural features affecting CST</vt:lpstr>
      <vt:lpstr>Cortex-M33 programmer model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Hien Bui</dc:creator>
  <cp:lastModifiedBy>Phong Pham</cp:lastModifiedBy>
  <cp:revision>17</cp:revision>
  <dcterms:created xsi:type="dcterms:W3CDTF">2018-05-18T01:17:51Z</dcterms:created>
  <dcterms:modified xsi:type="dcterms:W3CDTF">2026-03-03T09:24:51Z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0x0101009446DE284015544C83C18206D35E01F8</vt:lpwstr>
  </property>
</Properties>
</file>